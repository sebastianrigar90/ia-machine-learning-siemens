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6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</p:sldIdLst>
  <p:sldSz cx="20104100" cy="11309350"/>
  <p:notesSz cx="20104100" cy="1130935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71" d="100"/>
          <a:sy n="71" d="100"/>
        </p:scale>
        <p:origin x="63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Claudia Copete Bolivar" userId="c3c30022-b706-4e3d-a637-45334ee19765" providerId="ADAL" clId="{815A0035-7A52-47CF-A5FC-90BB313214D0}"/>
    <pc:docChg chg="undo custSel modSld">
      <pc:chgData name="Maria Claudia Copete Bolivar" userId="c3c30022-b706-4e3d-a637-45334ee19765" providerId="ADAL" clId="{815A0035-7A52-47CF-A5FC-90BB313214D0}" dt="2025-07-14T16:59:17.589" v="134" actId="20577"/>
      <pc:docMkLst>
        <pc:docMk/>
      </pc:docMkLst>
      <pc:sldChg chg="delSp mod">
        <pc:chgData name="Maria Claudia Copete Bolivar" userId="c3c30022-b706-4e3d-a637-45334ee19765" providerId="ADAL" clId="{815A0035-7A52-47CF-A5FC-90BB313214D0}" dt="2025-07-14T16:58:06.981" v="0" actId="478"/>
        <pc:sldMkLst>
          <pc:docMk/>
          <pc:sldMk cId="0" sldId="256"/>
        </pc:sldMkLst>
        <pc:spChg chg="del">
          <ac:chgData name="Maria Claudia Copete Bolivar" userId="c3c30022-b706-4e3d-a637-45334ee19765" providerId="ADAL" clId="{815A0035-7A52-47CF-A5FC-90BB313214D0}" dt="2025-07-14T16:58:06.981" v="0" actId="478"/>
          <ac:spMkLst>
            <pc:docMk/>
            <pc:sldMk cId="0" sldId="256"/>
            <ac:spMk id="39" creationId="{00000000-0000-0000-0000-000000000000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8:35.012" v="42" actId="20577"/>
        <pc:sldMkLst>
          <pc:docMk/>
          <pc:sldMk cId="0" sldId="257"/>
        </pc:sldMkLst>
        <pc:spChg chg="mod">
          <ac:chgData name="Maria Claudia Copete Bolivar" userId="c3c30022-b706-4e3d-a637-45334ee19765" providerId="ADAL" clId="{815A0035-7A52-47CF-A5FC-90BB313214D0}" dt="2025-07-14T16:58:35.012" v="42" actId="20577"/>
          <ac:spMkLst>
            <pc:docMk/>
            <pc:sldMk cId="0" sldId="257"/>
            <ac:spMk id="1349" creationId="{1A4C6B90-8E9D-F341-A037-4BE4990DA715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8:23.385" v="17" actId="20577"/>
        <pc:sldMkLst>
          <pc:docMk/>
          <pc:sldMk cId="0" sldId="258"/>
        </pc:sldMkLst>
        <pc:spChg chg="mod">
          <ac:chgData name="Maria Claudia Copete Bolivar" userId="c3c30022-b706-4e3d-a637-45334ee19765" providerId="ADAL" clId="{815A0035-7A52-47CF-A5FC-90BB313214D0}" dt="2025-07-14T16:58:23.385" v="17" actId="20577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8:48.270" v="65" actId="20577"/>
        <pc:sldMkLst>
          <pc:docMk/>
          <pc:sldMk cId="0" sldId="259"/>
        </pc:sldMkLst>
        <pc:spChg chg="mod">
          <ac:chgData name="Maria Claudia Copete Bolivar" userId="c3c30022-b706-4e3d-a637-45334ee19765" providerId="ADAL" clId="{815A0035-7A52-47CF-A5FC-90BB313214D0}" dt="2025-07-14T16:58:48.270" v="65" actId="20577"/>
          <ac:spMkLst>
            <pc:docMk/>
            <pc:sldMk cId="0" sldId="259"/>
            <ac:spMk id="24" creationId="{5DAD32E0-62B7-3543-91C1-E05DCDC80582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9:01.665" v="90" actId="20577"/>
        <pc:sldMkLst>
          <pc:docMk/>
          <pc:sldMk cId="0" sldId="260"/>
        </pc:sldMkLst>
        <pc:spChg chg="mod">
          <ac:chgData name="Maria Claudia Copete Bolivar" userId="c3c30022-b706-4e3d-a637-45334ee19765" providerId="ADAL" clId="{815A0035-7A52-47CF-A5FC-90BB313214D0}" dt="2025-07-14T16:59:01.665" v="90" actId="20577"/>
          <ac:spMkLst>
            <pc:docMk/>
            <pc:sldMk cId="0" sldId="260"/>
            <ac:spMk id="35" creationId="{00000000-0000-0000-0000-000000000000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9:09.622" v="111" actId="20577"/>
        <pc:sldMkLst>
          <pc:docMk/>
          <pc:sldMk cId="0" sldId="261"/>
        </pc:sldMkLst>
        <pc:spChg chg="mod">
          <ac:chgData name="Maria Claudia Copete Bolivar" userId="c3c30022-b706-4e3d-a637-45334ee19765" providerId="ADAL" clId="{815A0035-7A52-47CF-A5FC-90BB313214D0}" dt="2025-07-14T16:59:09.622" v="111" actId="20577"/>
          <ac:spMkLst>
            <pc:docMk/>
            <pc:sldMk cId="0" sldId="261"/>
            <ac:spMk id="23" creationId="{129F481F-BB3A-5B47-AAD6-F35761F3C223}"/>
          </ac:spMkLst>
        </pc:spChg>
      </pc:sldChg>
      <pc:sldChg chg="modSp mod">
        <pc:chgData name="Maria Claudia Copete Bolivar" userId="c3c30022-b706-4e3d-a637-45334ee19765" providerId="ADAL" clId="{815A0035-7A52-47CF-A5FC-90BB313214D0}" dt="2025-07-14T16:59:17.589" v="134" actId="20577"/>
        <pc:sldMkLst>
          <pc:docMk/>
          <pc:sldMk cId="0" sldId="262"/>
        </pc:sldMkLst>
        <pc:spChg chg="mod">
          <ac:chgData name="Maria Claudia Copete Bolivar" userId="c3c30022-b706-4e3d-a637-45334ee19765" providerId="ADAL" clId="{815A0035-7A52-47CF-A5FC-90BB313214D0}" dt="2025-07-14T16:59:17.589" v="134" actId="20577"/>
          <ac:spMkLst>
            <pc:docMk/>
            <pc:sldMk cId="0" sldId="262"/>
            <ac:spMk id="45" creationId="{405C71F7-86D5-7647-92D4-B0228DAE61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29493" y="2424025"/>
            <a:ext cx="3445113" cy="153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00" b="1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7269" y="2511719"/>
            <a:ext cx="3209561" cy="186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F3D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8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099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386904" y="8427607"/>
            <a:ext cx="5717540" cy="2183130"/>
          </a:xfrm>
          <a:custGeom>
            <a:avLst/>
            <a:gdLst/>
            <a:ahLst/>
            <a:cxnLst/>
            <a:rect l="l" t="t" r="r" b="b"/>
            <a:pathLst>
              <a:path w="5717540" h="2183129">
                <a:moveTo>
                  <a:pt x="5717187" y="0"/>
                </a:moveTo>
                <a:lnTo>
                  <a:pt x="0" y="0"/>
                </a:lnTo>
                <a:lnTo>
                  <a:pt x="188475" y="2182875"/>
                </a:lnTo>
                <a:lnTo>
                  <a:pt x="5717187" y="2182875"/>
                </a:lnTo>
                <a:lnTo>
                  <a:pt x="5717187" y="0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1746717" y="1027975"/>
            <a:ext cx="5778500" cy="2664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300" b="1" spc="-340" dirty="0">
                <a:solidFill>
                  <a:srgbClr val="FFFFFF"/>
                </a:solidFill>
                <a:latin typeface="Arial"/>
                <a:cs typeface="Arial"/>
              </a:rPr>
              <a:t>Título</a:t>
            </a:r>
            <a:endParaRPr sz="17300" dirty="0">
              <a:latin typeface="Arial"/>
              <a:cs typeface="Arial"/>
            </a:endParaRPr>
          </a:p>
        </p:txBody>
      </p:sp>
      <p:pic>
        <p:nvPicPr>
          <p:cNvPr id="41" name="Imagen 4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B25CAA9-F7E5-6149-BB33-543011DC6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5143" y="8681784"/>
            <a:ext cx="4699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7521BFF8-C85F-8945-8ED6-7E92667D7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796250" cy="11308556"/>
          </a:xfrm>
          <a:prstGeom prst="rect">
            <a:avLst/>
          </a:prstGeom>
        </p:spPr>
      </p:pic>
      <p:sp>
        <p:nvSpPr>
          <p:cNvPr id="1347" name="object 40">
            <a:extLst>
              <a:ext uri="{FF2B5EF4-FFF2-40B4-BE49-F238E27FC236}">
                <a16:creationId xmlns:a16="http://schemas.microsoft.com/office/drawing/2014/main" id="{237BCA9D-2A9D-964E-B567-FA791BB3E0A0}"/>
              </a:ext>
            </a:extLst>
          </p:cNvPr>
          <p:cNvSpPr txBox="1">
            <a:spLocks/>
          </p:cNvSpPr>
          <p:nvPr/>
        </p:nvSpPr>
        <p:spPr>
          <a:xfrm>
            <a:off x="1746717" y="1027975"/>
            <a:ext cx="5778500" cy="2664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7300" b="1" kern="0" spc="-340" dirty="0">
                <a:solidFill>
                  <a:srgbClr val="FFFFFF"/>
                </a:solidFill>
                <a:latin typeface="Arial"/>
                <a:cs typeface="Arial"/>
              </a:rPr>
              <a:t>Título</a:t>
            </a:r>
            <a:endParaRPr lang="es-CO" sz="173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48" name="object 38">
            <a:extLst>
              <a:ext uri="{FF2B5EF4-FFF2-40B4-BE49-F238E27FC236}">
                <a16:creationId xmlns:a16="http://schemas.microsoft.com/office/drawing/2014/main" id="{581C8A88-D622-4E46-98B9-BFEE36959C81}"/>
              </a:ext>
            </a:extLst>
          </p:cNvPr>
          <p:cNvSpPr/>
          <p:nvPr/>
        </p:nvSpPr>
        <p:spPr>
          <a:xfrm>
            <a:off x="1625875" y="9132409"/>
            <a:ext cx="635" cy="1052830"/>
          </a:xfrm>
          <a:custGeom>
            <a:avLst/>
            <a:gdLst/>
            <a:ahLst/>
            <a:cxnLst/>
            <a:rect l="l" t="t" r="r" b="b"/>
            <a:pathLst>
              <a:path w="635" h="1052829">
                <a:moveTo>
                  <a:pt x="0" y="0"/>
                </a:moveTo>
                <a:lnTo>
                  <a:pt x="460" y="1052659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9" name="object 39">
            <a:extLst>
              <a:ext uri="{FF2B5EF4-FFF2-40B4-BE49-F238E27FC236}">
                <a16:creationId xmlns:a16="http://schemas.microsoft.com/office/drawing/2014/main" id="{1A4C6B90-8E9D-F341-A037-4BE4990DA715}"/>
              </a:ext>
            </a:extLst>
          </p:cNvPr>
          <p:cNvSpPr txBox="1"/>
          <p:nvPr/>
        </p:nvSpPr>
        <p:spPr>
          <a:xfrm>
            <a:off x="1880262" y="9003877"/>
            <a:ext cx="468503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s-ES" sz="4100" spc="-6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4100" dirty="0">
              <a:latin typeface="Arial"/>
              <a:cs typeface="Arial"/>
            </a:endParaRPr>
          </a:p>
        </p:txBody>
      </p:sp>
      <p:pic>
        <p:nvPicPr>
          <p:cNvPr id="7" name="Imagen 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F9DE394B-6E4B-224B-BF64-623FD5A84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2206" y="8800677"/>
            <a:ext cx="5370202" cy="1959398"/>
          </a:xfrm>
          <a:prstGeom prst="rect">
            <a:avLst/>
          </a:prstGeom>
        </p:spPr>
      </p:pic>
      <p:sp>
        <p:nvSpPr>
          <p:cNvPr id="8" name="object 18">
            <a:extLst>
              <a:ext uri="{FF2B5EF4-FFF2-40B4-BE49-F238E27FC236}">
                <a16:creationId xmlns:a16="http://schemas.microsoft.com/office/drawing/2014/main" id="{54753C97-12A7-D246-9E31-13B745FC4E2D}"/>
              </a:ext>
            </a:extLst>
          </p:cNvPr>
          <p:cNvSpPr/>
          <p:nvPr/>
        </p:nvSpPr>
        <p:spPr>
          <a:xfrm>
            <a:off x="491651" y="10546632"/>
            <a:ext cx="117550" cy="252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>
            <a:extLst>
              <a:ext uri="{FF2B5EF4-FFF2-40B4-BE49-F238E27FC236}">
                <a16:creationId xmlns:a16="http://schemas.microsoft.com/office/drawing/2014/main" id="{FFFA1A0B-FE01-F248-89F7-F7B87248E51C}"/>
              </a:ext>
            </a:extLst>
          </p:cNvPr>
          <p:cNvSpPr/>
          <p:nvPr/>
        </p:nvSpPr>
        <p:spPr>
          <a:xfrm>
            <a:off x="493398" y="10516951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1626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13500FA1-7A75-8D43-9E57-93C3713E36C1}"/>
              </a:ext>
            </a:extLst>
          </p:cNvPr>
          <p:cNvSpPr/>
          <p:nvPr/>
        </p:nvSpPr>
        <p:spPr>
          <a:xfrm>
            <a:off x="493396" y="10080334"/>
            <a:ext cx="113779" cy="4031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0826DF59-1536-514C-9CE6-BBB2FBDDF12B}"/>
              </a:ext>
            </a:extLst>
          </p:cNvPr>
          <p:cNvSpPr/>
          <p:nvPr/>
        </p:nvSpPr>
        <p:spPr>
          <a:xfrm>
            <a:off x="493396" y="9907438"/>
            <a:ext cx="113776" cy="1234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2">
            <a:extLst>
              <a:ext uri="{FF2B5EF4-FFF2-40B4-BE49-F238E27FC236}">
                <a16:creationId xmlns:a16="http://schemas.microsoft.com/office/drawing/2014/main" id="{4069E3A1-6C8F-4A4D-BE5C-693ADAEED0E5}"/>
              </a:ext>
            </a:extLst>
          </p:cNvPr>
          <p:cNvSpPr/>
          <p:nvPr/>
        </p:nvSpPr>
        <p:spPr>
          <a:xfrm>
            <a:off x="493398" y="9869668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6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3">
            <a:extLst>
              <a:ext uri="{FF2B5EF4-FFF2-40B4-BE49-F238E27FC236}">
                <a16:creationId xmlns:a16="http://schemas.microsoft.com/office/drawing/2014/main" id="{045D9CA7-CBB7-FB4E-9E35-0C0890E973AE}"/>
              </a:ext>
            </a:extLst>
          </p:cNvPr>
          <p:cNvSpPr/>
          <p:nvPr/>
        </p:nvSpPr>
        <p:spPr>
          <a:xfrm>
            <a:off x="493399" y="9717970"/>
            <a:ext cx="113776" cy="1140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4">
            <a:extLst>
              <a:ext uri="{FF2B5EF4-FFF2-40B4-BE49-F238E27FC236}">
                <a16:creationId xmlns:a16="http://schemas.microsoft.com/office/drawing/2014/main" id="{A49068EC-C031-3540-AD39-8ADDD2E60690}"/>
              </a:ext>
            </a:extLst>
          </p:cNvPr>
          <p:cNvSpPr/>
          <p:nvPr/>
        </p:nvSpPr>
        <p:spPr>
          <a:xfrm>
            <a:off x="493396" y="968171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793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5">
            <a:extLst>
              <a:ext uri="{FF2B5EF4-FFF2-40B4-BE49-F238E27FC236}">
                <a16:creationId xmlns:a16="http://schemas.microsoft.com/office/drawing/2014/main" id="{D13BE793-A8CD-7143-AE1F-2C66441EC22B}"/>
              </a:ext>
            </a:extLst>
          </p:cNvPr>
          <p:cNvSpPr/>
          <p:nvPr/>
        </p:nvSpPr>
        <p:spPr>
          <a:xfrm>
            <a:off x="493396" y="9619484"/>
            <a:ext cx="21590" cy="48260"/>
          </a:xfrm>
          <a:custGeom>
            <a:avLst/>
            <a:gdLst/>
            <a:ahLst/>
            <a:cxnLst/>
            <a:rect l="l" t="t" r="r" b="b"/>
            <a:pathLst>
              <a:path w="21590" h="48259">
                <a:moveTo>
                  <a:pt x="0" y="48260"/>
                </a:moveTo>
                <a:lnTo>
                  <a:pt x="20983" y="48260"/>
                </a:lnTo>
                <a:lnTo>
                  <a:pt x="20983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6">
            <a:extLst>
              <a:ext uri="{FF2B5EF4-FFF2-40B4-BE49-F238E27FC236}">
                <a16:creationId xmlns:a16="http://schemas.microsoft.com/office/drawing/2014/main" id="{3001A46A-C5A9-C942-BB93-4E17E52B42B9}"/>
              </a:ext>
            </a:extLst>
          </p:cNvPr>
          <p:cNvSpPr/>
          <p:nvPr/>
        </p:nvSpPr>
        <p:spPr>
          <a:xfrm>
            <a:off x="537562" y="9621759"/>
            <a:ext cx="21590" cy="45720"/>
          </a:xfrm>
          <a:custGeom>
            <a:avLst/>
            <a:gdLst/>
            <a:ahLst/>
            <a:cxnLst/>
            <a:rect l="l" t="t" r="r" b="b"/>
            <a:pathLst>
              <a:path w="21590" h="45720">
                <a:moveTo>
                  <a:pt x="21140" y="0"/>
                </a:moveTo>
                <a:lnTo>
                  <a:pt x="0" y="0"/>
                </a:lnTo>
                <a:lnTo>
                  <a:pt x="0" y="45454"/>
                </a:lnTo>
                <a:lnTo>
                  <a:pt x="21140" y="45454"/>
                </a:lnTo>
                <a:lnTo>
                  <a:pt x="21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7">
            <a:extLst>
              <a:ext uri="{FF2B5EF4-FFF2-40B4-BE49-F238E27FC236}">
                <a16:creationId xmlns:a16="http://schemas.microsoft.com/office/drawing/2014/main" id="{8A1DB3A6-5234-9E43-8ED8-BB86C41EAEBF}"/>
              </a:ext>
            </a:extLst>
          </p:cNvPr>
          <p:cNvSpPr/>
          <p:nvPr/>
        </p:nvSpPr>
        <p:spPr>
          <a:xfrm>
            <a:off x="585875" y="9618262"/>
            <a:ext cx="21590" cy="49530"/>
          </a:xfrm>
          <a:custGeom>
            <a:avLst/>
            <a:gdLst/>
            <a:ahLst/>
            <a:cxnLst/>
            <a:rect l="l" t="t" r="r" b="b"/>
            <a:pathLst>
              <a:path w="21590" h="49529">
                <a:moveTo>
                  <a:pt x="21297" y="0"/>
                </a:moveTo>
                <a:lnTo>
                  <a:pt x="0" y="0"/>
                </a:lnTo>
                <a:lnTo>
                  <a:pt x="0" y="48951"/>
                </a:lnTo>
                <a:lnTo>
                  <a:pt x="21297" y="48951"/>
                </a:lnTo>
                <a:lnTo>
                  <a:pt x="212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8">
            <a:extLst>
              <a:ext uri="{FF2B5EF4-FFF2-40B4-BE49-F238E27FC236}">
                <a16:creationId xmlns:a16="http://schemas.microsoft.com/office/drawing/2014/main" id="{C8006E61-F4BA-8244-971A-B58E98660783}"/>
              </a:ext>
            </a:extLst>
          </p:cNvPr>
          <p:cNvSpPr/>
          <p:nvPr/>
        </p:nvSpPr>
        <p:spPr>
          <a:xfrm>
            <a:off x="493396" y="9488307"/>
            <a:ext cx="114300" cy="111760"/>
          </a:xfrm>
          <a:custGeom>
            <a:avLst/>
            <a:gdLst/>
            <a:ahLst/>
            <a:cxnLst/>
            <a:rect l="l" t="t" r="r" b="b"/>
            <a:pathLst>
              <a:path w="114300" h="111759">
                <a:moveTo>
                  <a:pt x="56856" y="0"/>
                </a:moveTo>
                <a:lnTo>
                  <a:pt x="16186" y="17004"/>
                </a:lnTo>
                <a:lnTo>
                  <a:pt x="696" y="52799"/>
                </a:lnTo>
                <a:lnTo>
                  <a:pt x="0" y="69045"/>
                </a:lnTo>
                <a:lnTo>
                  <a:pt x="0" y="111734"/>
                </a:lnTo>
                <a:lnTo>
                  <a:pt x="113776" y="111734"/>
                </a:lnTo>
                <a:lnTo>
                  <a:pt x="113776" y="83274"/>
                </a:lnTo>
                <a:lnTo>
                  <a:pt x="23025" y="83274"/>
                </a:lnTo>
                <a:lnTo>
                  <a:pt x="23125" y="60877"/>
                </a:lnTo>
                <a:lnTo>
                  <a:pt x="49718" y="29848"/>
                </a:lnTo>
                <a:lnTo>
                  <a:pt x="56856" y="29276"/>
                </a:lnTo>
                <a:lnTo>
                  <a:pt x="106856" y="29276"/>
                </a:lnTo>
                <a:lnTo>
                  <a:pt x="105159" y="26596"/>
                </a:lnTo>
                <a:lnTo>
                  <a:pt x="71357" y="1710"/>
                </a:lnTo>
                <a:lnTo>
                  <a:pt x="64282" y="427"/>
                </a:lnTo>
                <a:lnTo>
                  <a:pt x="56856" y="0"/>
                </a:lnTo>
                <a:close/>
              </a:path>
              <a:path w="114300" h="111759">
                <a:moveTo>
                  <a:pt x="106856" y="29276"/>
                </a:moveTo>
                <a:lnTo>
                  <a:pt x="56856" y="29276"/>
                </a:lnTo>
                <a:lnTo>
                  <a:pt x="63991" y="29848"/>
                </a:lnTo>
                <a:lnTo>
                  <a:pt x="70441" y="31563"/>
                </a:lnTo>
                <a:lnTo>
                  <a:pt x="90761" y="83274"/>
                </a:lnTo>
                <a:lnTo>
                  <a:pt x="113776" y="83274"/>
                </a:lnTo>
                <a:lnTo>
                  <a:pt x="111787" y="42773"/>
                </a:lnTo>
                <a:lnTo>
                  <a:pt x="108248" y="31475"/>
                </a:lnTo>
                <a:lnTo>
                  <a:pt x="106856" y="29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523A551A-8214-EC45-8768-4F9C35301DB6}"/>
              </a:ext>
            </a:extLst>
          </p:cNvPr>
          <p:cNvSpPr/>
          <p:nvPr/>
        </p:nvSpPr>
        <p:spPr>
          <a:xfrm>
            <a:off x="493398" y="9364701"/>
            <a:ext cx="116205" cy="107950"/>
          </a:xfrm>
          <a:custGeom>
            <a:avLst/>
            <a:gdLst/>
            <a:ahLst/>
            <a:cxnLst/>
            <a:rect l="l" t="t" r="r" b="b"/>
            <a:pathLst>
              <a:path w="116204" h="107950">
                <a:moveTo>
                  <a:pt x="65139" y="0"/>
                </a:moveTo>
                <a:lnTo>
                  <a:pt x="0" y="0"/>
                </a:lnTo>
                <a:lnTo>
                  <a:pt x="0" y="28459"/>
                </a:lnTo>
                <a:lnTo>
                  <a:pt x="73107" y="28459"/>
                </a:lnTo>
                <a:lnTo>
                  <a:pt x="80060" y="30606"/>
                </a:lnTo>
                <a:lnTo>
                  <a:pt x="89599" y="39171"/>
                </a:lnTo>
                <a:lnTo>
                  <a:pt x="91976" y="45401"/>
                </a:lnTo>
                <a:lnTo>
                  <a:pt x="91976" y="61830"/>
                </a:lnTo>
                <a:lnTo>
                  <a:pt x="89578" y="68113"/>
                </a:lnTo>
                <a:lnTo>
                  <a:pt x="79987" y="76793"/>
                </a:lnTo>
                <a:lnTo>
                  <a:pt x="73055" y="78960"/>
                </a:lnTo>
                <a:lnTo>
                  <a:pt x="0" y="78960"/>
                </a:lnTo>
                <a:lnTo>
                  <a:pt x="0" y="107588"/>
                </a:lnTo>
                <a:lnTo>
                  <a:pt x="65139" y="107588"/>
                </a:lnTo>
                <a:lnTo>
                  <a:pt x="76440" y="106701"/>
                </a:lnTo>
                <a:lnTo>
                  <a:pt x="108289" y="85603"/>
                </a:lnTo>
                <a:lnTo>
                  <a:pt x="115807" y="53841"/>
                </a:lnTo>
                <a:lnTo>
                  <a:pt x="114973" y="41815"/>
                </a:lnTo>
                <a:lnTo>
                  <a:pt x="95087" y="7982"/>
                </a:lnTo>
                <a:lnTo>
                  <a:pt x="76440" y="887"/>
                </a:lnTo>
                <a:lnTo>
                  <a:pt x="651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30">
            <a:extLst>
              <a:ext uri="{FF2B5EF4-FFF2-40B4-BE49-F238E27FC236}">
                <a16:creationId xmlns:a16="http://schemas.microsoft.com/office/drawing/2014/main" id="{823F8FC8-D8D1-0648-8115-5E4EAC066464}"/>
              </a:ext>
            </a:extLst>
          </p:cNvPr>
          <p:cNvSpPr/>
          <p:nvPr/>
        </p:nvSpPr>
        <p:spPr>
          <a:xfrm>
            <a:off x="491475" y="9243452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2" y="973"/>
                </a:moveTo>
                <a:lnTo>
                  <a:pt x="730" y="27119"/>
                </a:lnTo>
                <a:lnTo>
                  <a:pt x="0" y="41150"/>
                </a:lnTo>
                <a:lnTo>
                  <a:pt x="990" y="54629"/>
                </a:lnTo>
                <a:lnTo>
                  <a:pt x="24956" y="95279"/>
                </a:lnTo>
                <a:lnTo>
                  <a:pt x="58937" y="105232"/>
                </a:lnTo>
                <a:lnTo>
                  <a:pt x="67335" y="105232"/>
                </a:lnTo>
                <a:lnTo>
                  <a:pt x="101750" y="87536"/>
                </a:lnTo>
                <a:lnTo>
                  <a:pt x="110662" y="75955"/>
                </a:lnTo>
                <a:lnTo>
                  <a:pt x="58937" y="75955"/>
                </a:lnTo>
                <a:lnTo>
                  <a:pt x="51165" y="75337"/>
                </a:lnTo>
                <a:lnTo>
                  <a:pt x="24383" y="47113"/>
                </a:lnTo>
                <a:lnTo>
                  <a:pt x="23797" y="38951"/>
                </a:lnTo>
                <a:lnTo>
                  <a:pt x="23797" y="32606"/>
                </a:lnTo>
                <a:lnTo>
                  <a:pt x="24813" y="26260"/>
                </a:lnTo>
                <a:lnTo>
                  <a:pt x="28812" y="13580"/>
                </a:lnTo>
                <a:lnTo>
                  <a:pt x="31859" y="7266"/>
                </a:lnTo>
                <a:lnTo>
                  <a:pt x="35922" y="973"/>
                </a:lnTo>
                <a:close/>
              </a:path>
              <a:path w="118109" h="105409">
                <a:moveTo>
                  <a:pt x="106182" y="0"/>
                </a:moveTo>
                <a:lnTo>
                  <a:pt x="79586" y="0"/>
                </a:lnTo>
                <a:lnTo>
                  <a:pt x="84308" y="6827"/>
                </a:lnTo>
                <a:lnTo>
                  <a:pt x="87868" y="13695"/>
                </a:lnTo>
                <a:lnTo>
                  <a:pt x="92695" y="27454"/>
                </a:lnTo>
                <a:lnTo>
                  <a:pt x="93824" y="33883"/>
                </a:lnTo>
                <a:lnTo>
                  <a:pt x="93899" y="41150"/>
                </a:lnTo>
                <a:lnTo>
                  <a:pt x="93305" y="48713"/>
                </a:lnTo>
                <a:lnTo>
                  <a:pt x="58937" y="75955"/>
                </a:lnTo>
                <a:lnTo>
                  <a:pt x="110662" y="75955"/>
                </a:lnTo>
                <a:lnTo>
                  <a:pt x="110957" y="75474"/>
                </a:lnTo>
                <a:lnTo>
                  <a:pt x="116380" y="60574"/>
                </a:lnTo>
                <a:lnTo>
                  <a:pt x="117731" y="52396"/>
                </a:lnTo>
                <a:lnTo>
                  <a:pt x="117731" y="35642"/>
                </a:lnTo>
                <a:lnTo>
                  <a:pt x="116778" y="28135"/>
                </a:lnTo>
                <a:lnTo>
                  <a:pt x="113021" y="13947"/>
                </a:lnTo>
                <a:lnTo>
                  <a:pt x="112888" y="13580"/>
                </a:lnTo>
                <a:lnTo>
                  <a:pt x="110087" y="6827"/>
                </a:lnTo>
                <a:lnTo>
                  <a:pt x="1061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31">
            <a:extLst>
              <a:ext uri="{FF2B5EF4-FFF2-40B4-BE49-F238E27FC236}">
                <a16:creationId xmlns:a16="http://schemas.microsoft.com/office/drawing/2014/main" id="{E31A9F9C-4B4C-DF4F-BA3C-CE57B07B82A9}"/>
              </a:ext>
            </a:extLst>
          </p:cNvPr>
          <p:cNvSpPr/>
          <p:nvPr/>
        </p:nvSpPr>
        <p:spPr>
          <a:xfrm>
            <a:off x="493395" y="9114305"/>
            <a:ext cx="114300" cy="127000"/>
          </a:xfrm>
          <a:custGeom>
            <a:avLst/>
            <a:gdLst/>
            <a:ahLst/>
            <a:cxnLst/>
            <a:rect l="l" t="t" r="r" b="b"/>
            <a:pathLst>
              <a:path w="114300" h="127000">
                <a:moveTo>
                  <a:pt x="113776" y="0"/>
                </a:moveTo>
                <a:lnTo>
                  <a:pt x="0" y="44323"/>
                </a:lnTo>
                <a:lnTo>
                  <a:pt x="0" y="77180"/>
                </a:lnTo>
                <a:lnTo>
                  <a:pt x="113776" y="126781"/>
                </a:lnTo>
                <a:lnTo>
                  <a:pt x="113776" y="96447"/>
                </a:lnTo>
                <a:lnTo>
                  <a:pt x="91662" y="87348"/>
                </a:lnTo>
                <a:lnTo>
                  <a:pt x="91662" y="79128"/>
                </a:lnTo>
                <a:lnTo>
                  <a:pt x="72144" y="79128"/>
                </a:lnTo>
                <a:lnTo>
                  <a:pt x="28878" y="61485"/>
                </a:lnTo>
                <a:lnTo>
                  <a:pt x="72144" y="45548"/>
                </a:lnTo>
                <a:lnTo>
                  <a:pt x="91662" y="45548"/>
                </a:lnTo>
                <a:lnTo>
                  <a:pt x="91662" y="38302"/>
                </a:lnTo>
                <a:lnTo>
                  <a:pt x="113776" y="30177"/>
                </a:lnTo>
                <a:lnTo>
                  <a:pt x="113776" y="0"/>
                </a:lnTo>
                <a:close/>
              </a:path>
              <a:path w="114300" h="127000">
                <a:moveTo>
                  <a:pt x="91662" y="45548"/>
                </a:moveTo>
                <a:lnTo>
                  <a:pt x="72144" y="45548"/>
                </a:lnTo>
                <a:lnTo>
                  <a:pt x="72144" y="79128"/>
                </a:lnTo>
                <a:lnTo>
                  <a:pt x="91662" y="79128"/>
                </a:lnTo>
                <a:lnTo>
                  <a:pt x="91662" y="455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2">
            <a:extLst>
              <a:ext uri="{FF2B5EF4-FFF2-40B4-BE49-F238E27FC236}">
                <a16:creationId xmlns:a16="http://schemas.microsoft.com/office/drawing/2014/main" id="{C3BABD7A-3552-B849-9AD6-1F47AF46DE51}"/>
              </a:ext>
            </a:extLst>
          </p:cNvPr>
          <p:cNvSpPr/>
          <p:nvPr/>
        </p:nvSpPr>
        <p:spPr>
          <a:xfrm>
            <a:off x="491476" y="9009815"/>
            <a:ext cx="118110" cy="105410"/>
          </a:xfrm>
          <a:custGeom>
            <a:avLst/>
            <a:gdLst/>
            <a:ahLst/>
            <a:cxnLst/>
            <a:rect l="l" t="t" r="r" b="b"/>
            <a:pathLst>
              <a:path w="118109" h="105409">
                <a:moveTo>
                  <a:pt x="35921" y="973"/>
                </a:moveTo>
                <a:lnTo>
                  <a:pt x="729" y="27119"/>
                </a:lnTo>
                <a:lnTo>
                  <a:pt x="0" y="41150"/>
                </a:lnTo>
                <a:lnTo>
                  <a:pt x="990" y="54625"/>
                </a:lnTo>
                <a:lnTo>
                  <a:pt x="24955" y="95273"/>
                </a:lnTo>
                <a:lnTo>
                  <a:pt x="58936" y="105221"/>
                </a:lnTo>
                <a:lnTo>
                  <a:pt x="67334" y="105221"/>
                </a:lnTo>
                <a:lnTo>
                  <a:pt x="101749" y="87536"/>
                </a:lnTo>
                <a:lnTo>
                  <a:pt x="110668" y="75945"/>
                </a:lnTo>
                <a:lnTo>
                  <a:pt x="58936" y="75945"/>
                </a:lnTo>
                <a:lnTo>
                  <a:pt x="51164" y="75328"/>
                </a:lnTo>
                <a:lnTo>
                  <a:pt x="24383" y="47113"/>
                </a:lnTo>
                <a:lnTo>
                  <a:pt x="23796" y="38951"/>
                </a:lnTo>
                <a:lnTo>
                  <a:pt x="23796" y="32606"/>
                </a:lnTo>
                <a:lnTo>
                  <a:pt x="24812" y="26260"/>
                </a:lnTo>
                <a:lnTo>
                  <a:pt x="28812" y="13580"/>
                </a:lnTo>
                <a:lnTo>
                  <a:pt x="31859" y="7256"/>
                </a:lnTo>
                <a:lnTo>
                  <a:pt x="35921" y="973"/>
                </a:lnTo>
                <a:close/>
              </a:path>
              <a:path w="118109" h="105409">
                <a:moveTo>
                  <a:pt x="106181" y="0"/>
                </a:moveTo>
                <a:lnTo>
                  <a:pt x="79585" y="0"/>
                </a:lnTo>
                <a:lnTo>
                  <a:pt x="84307" y="6827"/>
                </a:lnTo>
                <a:lnTo>
                  <a:pt x="87867" y="13685"/>
                </a:lnTo>
                <a:lnTo>
                  <a:pt x="92695" y="27454"/>
                </a:lnTo>
                <a:lnTo>
                  <a:pt x="93823" y="33883"/>
                </a:lnTo>
                <a:lnTo>
                  <a:pt x="93899" y="41150"/>
                </a:lnTo>
                <a:lnTo>
                  <a:pt x="93304" y="48709"/>
                </a:lnTo>
                <a:lnTo>
                  <a:pt x="58936" y="75945"/>
                </a:lnTo>
                <a:lnTo>
                  <a:pt x="110668" y="75945"/>
                </a:lnTo>
                <a:lnTo>
                  <a:pt x="110956" y="75474"/>
                </a:lnTo>
                <a:lnTo>
                  <a:pt x="116380" y="60574"/>
                </a:lnTo>
                <a:lnTo>
                  <a:pt x="117730" y="52396"/>
                </a:lnTo>
                <a:lnTo>
                  <a:pt x="117730" y="35642"/>
                </a:lnTo>
                <a:lnTo>
                  <a:pt x="116778" y="28135"/>
                </a:lnTo>
                <a:lnTo>
                  <a:pt x="113020" y="13947"/>
                </a:lnTo>
                <a:lnTo>
                  <a:pt x="112887" y="13580"/>
                </a:lnTo>
                <a:lnTo>
                  <a:pt x="110087" y="6827"/>
                </a:lnTo>
                <a:lnTo>
                  <a:pt x="1061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3">
            <a:extLst>
              <a:ext uri="{FF2B5EF4-FFF2-40B4-BE49-F238E27FC236}">
                <a16:creationId xmlns:a16="http://schemas.microsoft.com/office/drawing/2014/main" id="{E9632987-BD65-A246-8CC6-9801DA60F3DC}"/>
              </a:ext>
            </a:extLst>
          </p:cNvPr>
          <p:cNvSpPr/>
          <p:nvPr/>
        </p:nvSpPr>
        <p:spPr>
          <a:xfrm>
            <a:off x="493398" y="89774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76" y="0"/>
                </a:lnTo>
              </a:path>
            </a:pathLst>
          </a:custGeom>
          <a:ln w="293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4">
            <a:extLst>
              <a:ext uri="{FF2B5EF4-FFF2-40B4-BE49-F238E27FC236}">
                <a16:creationId xmlns:a16="http://schemas.microsoft.com/office/drawing/2014/main" id="{70F293E4-D72B-D247-A0F0-E64447472DE4}"/>
              </a:ext>
            </a:extLst>
          </p:cNvPr>
          <p:cNvSpPr/>
          <p:nvPr/>
        </p:nvSpPr>
        <p:spPr>
          <a:xfrm>
            <a:off x="454113" y="8821721"/>
            <a:ext cx="155575" cy="123825"/>
          </a:xfrm>
          <a:custGeom>
            <a:avLst/>
            <a:gdLst/>
            <a:ahLst/>
            <a:cxnLst/>
            <a:rect l="l" t="t" r="r" b="b"/>
            <a:pathLst>
              <a:path w="155575" h="123825">
                <a:moveTo>
                  <a:pt x="0" y="39182"/>
                </a:moveTo>
                <a:lnTo>
                  <a:pt x="0" y="57244"/>
                </a:lnTo>
                <a:lnTo>
                  <a:pt x="28313" y="73830"/>
                </a:lnTo>
                <a:lnTo>
                  <a:pt x="28313" y="63181"/>
                </a:lnTo>
                <a:lnTo>
                  <a:pt x="0" y="39182"/>
                </a:lnTo>
                <a:close/>
              </a:path>
              <a:path w="155575" h="123825">
                <a:moveTo>
                  <a:pt x="104698" y="0"/>
                </a:moveTo>
                <a:lnTo>
                  <a:pt x="87840" y="0"/>
                </a:lnTo>
                <a:lnTo>
                  <a:pt x="80018" y="1497"/>
                </a:lnTo>
                <a:lnTo>
                  <a:pt x="48239" y="23559"/>
                </a:lnTo>
                <a:lnTo>
                  <a:pt x="37568" y="52501"/>
                </a:lnTo>
                <a:lnTo>
                  <a:pt x="37577" y="71442"/>
                </a:lnTo>
                <a:lnTo>
                  <a:pt x="59244" y="111849"/>
                </a:lnTo>
                <a:lnTo>
                  <a:pt x="87840" y="123765"/>
                </a:lnTo>
                <a:lnTo>
                  <a:pt x="104698" y="123765"/>
                </a:lnTo>
                <a:lnTo>
                  <a:pt x="144225" y="100143"/>
                </a:lnTo>
                <a:lnTo>
                  <a:pt x="147748" y="94489"/>
                </a:lnTo>
                <a:lnTo>
                  <a:pt x="96300" y="94489"/>
                </a:lnTo>
                <a:lnTo>
                  <a:pt x="88997" y="93916"/>
                </a:lnTo>
                <a:lnTo>
                  <a:pt x="61327" y="71442"/>
                </a:lnTo>
                <a:lnTo>
                  <a:pt x="61327" y="52501"/>
                </a:lnTo>
                <a:lnTo>
                  <a:pt x="96300" y="29433"/>
                </a:lnTo>
                <a:lnTo>
                  <a:pt x="147772" y="29433"/>
                </a:lnTo>
                <a:lnTo>
                  <a:pt x="144163" y="23622"/>
                </a:lnTo>
                <a:lnTo>
                  <a:pt x="138739" y="17810"/>
                </a:lnTo>
                <a:lnTo>
                  <a:pt x="133221" y="11957"/>
                </a:lnTo>
                <a:lnTo>
                  <a:pt x="126865" y="7518"/>
                </a:lnTo>
                <a:lnTo>
                  <a:pt x="112499" y="1497"/>
                </a:lnTo>
                <a:lnTo>
                  <a:pt x="104698" y="0"/>
                </a:lnTo>
                <a:close/>
              </a:path>
              <a:path w="155575" h="123825">
                <a:moveTo>
                  <a:pt x="147772" y="29433"/>
                </a:moveTo>
                <a:lnTo>
                  <a:pt x="96300" y="29433"/>
                </a:lnTo>
                <a:lnTo>
                  <a:pt x="103564" y="30005"/>
                </a:lnTo>
                <a:lnTo>
                  <a:pt x="110153" y="31720"/>
                </a:lnTo>
                <a:lnTo>
                  <a:pt x="116067" y="34579"/>
                </a:lnTo>
                <a:lnTo>
                  <a:pt x="121305" y="38585"/>
                </a:lnTo>
                <a:lnTo>
                  <a:pt x="127839" y="44700"/>
                </a:lnTo>
                <a:lnTo>
                  <a:pt x="131105" y="52501"/>
                </a:lnTo>
                <a:lnTo>
                  <a:pt x="131105" y="71442"/>
                </a:lnTo>
                <a:lnTo>
                  <a:pt x="96300" y="94489"/>
                </a:lnTo>
                <a:lnTo>
                  <a:pt x="147748" y="94489"/>
                </a:lnTo>
                <a:lnTo>
                  <a:pt x="148309" y="93588"/>
                </a:lnTo>
                <a:lnTo>
                  <a:pt x="153744" y="78992"/>
                </a:lnTo>
                <a:lnTo>
                  <a:pt x="155003" y="71442"/>
                </a:lnTo>
                <a:lnTo>
                  <a:pt x="155001" y="52501"/>
                </a:lnTo>
                <a:lnTo>
                  <a:pt x="153723" y="44899"/>
                </a:lnTo>
                <a:lnTo>
                  <a:pt x="148246" y="30198"/>
                </a:lnTo>
                <a:lnTo>
                  <a:pt x="147772" y="29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5">
            <a:extLst>
              <a:ext uri="{FF2B5EF4-FFF2-40B4-BE49-F238E27FC236}">
                <a16:creationId xmlns:a16="http://schemas.microsoft.com/office/drawing/2014/main" id="{755CED9B-B9CD-2745-9CE5-9A787FB90E63}"/>
              </a:ext>
            </a:extLst>
          </p:cNvPr>
          <p:cNvSpPr/>
          <p:nvPr/>
        </p:nvSpPr>
        <p:spPr>
          <a:xfrm>
            <a:off x="493399" y="8691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3776" y="0"/>
                </a:moveTo>
                <a:lnTo>
                  <a:pt x="0" y="0"/>
                </a:lnTo>
                <a:lnTo>
                  <a:pt x="0" y="28135"/>
                </a:lnTo>
                <a:lnTo>
                  <a:pt x="67819" y="28135"/>
                </a:lnTo>
                <a:lnTo>
                  <a:pt x="0" y="89128"/>
                </a:lnTo>
                <a:lnTo>
                  <a:pt x="0" y="114090"/>
                </a:lnTo>
                <a:lnTo>
                  <a:pt x="113776" y="114090"/>
                </a:lnTo>
                <a:lnTo>
                  <a:pt x="113776" y="85955"/>
                </a:lnTo>
                <a:lnTo>
                  <a:pt x="42291" y="85955"/>
                </a:lnTo>
                <a:lnTo>
                  <a:pt x="113776" y="22282"/>
                </a:lnTo>
                <a:lnTo>
                  <a:pt x="1137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6">
            <a:extLst>
              <a:ext uri="{FF2B5EF4-FFF2-40B4-BE49-F238E27FC236}">
                <a16:creationId xmlns:a16="http://schemas.microsoft.com/office/drawing/2014/main" id="{86BFE7F2-EE6E-6242-824C-905967928FEC}"/>
              </a:ext>
            </a:extLst>
          </p:cNvPr>
          <p:cNvSpPr/>
          <p:nvPr/>
        </p:nvSpPr>
        <p:spPr>
          <a:xfrm>
            <a:off x="632368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148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7">
            <a:extLst>
              <a:ext uri="{FF2B5EF4-FFF2-40B4-BE49-F238E27FC236}">
                <a16:creationId xmlns:a16="http://schemas.microsoft.com/office/drawing/2014/main" id="{C5CB16EB-B1DE-2045-8CBF-2390E89F51E3}"/>
              </a:ext>
            </a:extLst>
          </p:cNvPr>
          <p:cNvSpPr/>
          <p:nvPr/>
        </p:nvSpPr>
        <p:spPr>
          <a:xfrm>
            <a:off x="443955" y="8657233"/>
            <a:ext cx="0" cy="2137410"/>
          </a:xfrm>
          <a:custGeom>
            <a:avLst/>
            <a:gdLst/>
            <a:ahLst/>
            <a:cxnLst/>
            <a:rect l="l" t="t" r="r" b="b"/>
            <a:pathLst>
              <a:path h="2137409">
                <a:moveTo>
                  <a:pt x="0" y="0"/>
                </a:moveTo>
                <a:lnTo>
                  <a:pt x="0" y="2137044"/>
                </a:lnTo>
              </a:path>
            </a:pathLst>
          </a:custGeom>
          <a:ln w="55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0223" y="2372959"/>
            <a:ext cx="3056255" cy="2474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625"/>
              </a:lnSpc>
              <a:spcBef>
                <a:spcPts val="90"/>
              </a:spcBef>
            </a:pPr>
            <a:r>
              <a:rPr sz="9900" b="1" spc="-600" dirty="0">
                <a:solidFill>
                  <a:srgbClr val="1F3D6F"/>
                </a:solidFill>
                <a:latin typeface="Arial"/>
                <a:cs typeface="Arial"/>
              </a:rPr>
              <a:t>Título</a:t>
            </a:r>
            <a:endParaRPr sz="9900" dirty="0">
              <a:latin typeface="Arial"/>
              <a:cs typeface="Arial"/>
            </a:endParaRPr>
          </a:p>
          <a:p>
            <a:pPr marL="37465">
              <a:lnSpc>
                <a:spcPts val="7665"/>
              </a:lnSpc>
            </a:pPr>
            <a:r>
              <a:rPr sz="6600" spc="-405" dirty="0">
                <a:solidFill>
                  <a:srgbClr val="1F3D6F"/>
                </a:solidFill>
                <a:latin typeface="Arial"/>
                <a:cs typeface="Arial"/>
              </a:rPr>
              <a:t>Subtítulo</a:t>
            </a:r>
            <a:endParaRPr sz="6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037568" y="0"/>
            <a:ext cx="10041285" cy="2138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96511" y="1654294"/>
            <a:ext cx="1782445" cy="241935"/>
          </a:xfrm>
          <a:custGeom>
            <a:avLst/>
            <a:gdLst/>
            <a:ahLst/>
            <a:cxnLst/>
            <a:rect l="l" t="t" r="r" b="b"/>
            <a:pathLst>
              <a:path w="1782444" h="241935">
                <a:moveTo>
                  <a:pt x="1782342" y="0"/>
                </a:moveTo>
                <a:lnTo>
                  <a:pt x="0" y="0"/>
                </a:lnTo>
                <a:lnTo>
                  <a:pt x="31422" y="241635"/>
                </a:lnTo>
                <a:lnTo>
                  <a:pt x="1782342" y="241635"/>
                </a:lnTo>
                <a:lnTo>
                  <a:pt x="178234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31187" y="1588904"/>
            <a:ext cx="2347666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522824" y="1635723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488930" cy="2138680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-103" y="-620"/>
            <a:ext cx="10290891" cy="2138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88973" y="3453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82319" y="5636429"/>
            <a:ext cx="16514191" cy="33586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1400" spc="-380" dirty="0">
                <a:latin typeface="Arial" panose="020B0604020202020204" pitchFamily="34" charset="0"/>
                <a:cs typeface="Arial" panose="020B0604020202020204" pitchFamily="34" charset="0"/>
              </a:rPr>
              <a:t>Texto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s-CO" sz="1400" spc="-3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Today, examples of machine learning are all around us. Websites recommend products, movies, and music based on what we have previously purchased, watched, or listened to.</a:t>
            </a: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Have you ever used face tagging? This capability is present in several applications that display pictures with human faces and is a typical machine learning example.</a:t>
            </a: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machine learning examples have you come across in your everyday life that you have found useful or perhaps intrusive?</a:t>
            </a: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 you list an example of both a positive and negative application of machine learning you have encountered? Describe the application and why you think it works well or why you felt the experience was negative.</a:t>
            </a: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you continue your research you may also like to investigate topics such as machine learning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Social Media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Transport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Digital Assistants</a:t>
            </a:r>
          </a:p>
          <a:p>
            <a:r>
              <a: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Share your thoughts with your classmates and see what other people think about machine learning and its influence on our day-to-day lives.</a:t>
            </a: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endParaRPr lang="es-CO" sz="4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A437F2B-D122-D845-BB96-23916C9D0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92133" y="9177280"/>
            <a:ext cx="10011966" cy="2131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26757" y="10837671"/>
            <a:ext cx="1277620" cy="241935"/>
          </a:xfrm>
          <a:custGeom>
            <a:avLst/>
            <a:gdLst/>
            <a:ahLst/>
            <a:cxnLst/>
            <a:rect l="l" t="t" r="r" b="b"/>
            <a:pathLst>
              <a:path w="1277619" h="241934">
                <a:moveTo>
                  <a:pt x="1277343" y="0"/>
                </a:moveTo>
                <a:lnTo>
                  <a:pt x="0" y="0"/>
                </a:lnTo>
                <a:lnTo>
                  <a:pt x="0" y="239"/>
                </a:lnTo>
                <a:lnTo>
                  <a:pt x="31381" y="241634"/>
                </a:lnTo>
                <a:lnTo>
                  <a:pt x="1277343" y="241634"/>
                </a:lnTo>
                <a:lnTo>
                  <a:pt x="127734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84384" y="10771447"/>
            <a:ext cx="2419716" cy="537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970902" y="10817697"/>
            <a:ext cx="925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Puente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gris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145" y="9167941"/>
            <a:ext cx="10511155" cy="2136775"/>
          </a:xfrm>
          <a:custGeom>
            <a:avLst/>
            <a:gdLst/>
            <a:ahLst/>
            <a:cxnLst/>
            <a:rect l="l" t="t" r="r" b="b"/>
            <a:pathLst>
              <a:path w="10511155" h="2136775">
                <a:moveTo>
                  <a:pt x="10170370" y="0"/>
                </a:moveTo>
                <a:lnTo>
                  <a:pt x="0" y="8376"/>
                </a:lnTo>
                <a:lnTo>
                  <a:pt x="0" y="2136175"/>
                </a:lnTo>
                <a:lnTo>
                  <a:pt x="10510842" y="2127799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67941"/>
            <a:ext cx="10325989" cy="2140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22596" y="9500403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83266" y="542146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5DAD32E0-62B7-3543-91C1-E05DCDC80582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4C5DA16-6EA1-154A-A1C0-8F831A072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34" y="9480718"/>
            <a:ext cx="4072296" cy="148583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62378D4-9153-C866-008D-36D4C745AFE0}"/>
              </a:ext>
            </a:extLst>
          </p:cNvPr>
          <p:cNvSpPr txBox="1"/>
          <p:nvPr/>
        </p:nvSpPr>
        <p:spPr>
          <a:xfrm>
            <a:off x="5026511" y="3806484"/>
            <a:ext cx="100530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Azure </a:t>
            </a:r>
            <a:r>
              <a:rPr lang="es-CO" dirty="0" err="1"/>
              <a:t>Subscription</a:t>
            </a:r>
            <a:endParaRPr lang="es-CO" dirty="0"/>
          </a:p>
          <a:p>
            <a:r>
              <a:rPr lang="es-CO" dirty="0"/>
              <a:t>        │</a:t>
            </a:r>
          </a:p>
          <a:p>
            <a:r>
              <a:rPr lang="es-CO" dirty="0"/>
              <a:t>        ▼</a:t>
            </a:r>
          </a:p>
          <a:p>
            <a:r>
              <a:rPr lang="es-CO" dirty="0" err="1"/>
              <a:t>Resource</a:t>
            </a:r>
            <a:r>
              <a:rPr lang="es-CO" dirty="0"/>
              <a:t> </a:t>
            </a:r>
            <a:r>
              <a:rPr lang="es-CO" dirty="0" err="1"/>
              <a:t>Group</a:t>
            </a:r>
            <a:r>
              <a:rPr lang="es-CO" dirty="0"/>
              <a:t> (</a:t>
            </a:r>
            <a:r>
              <a:rPr lang="es-CO" dirty="0" err="1"/>
              <a:t>rg-ai-labs</a:t>
            </a:r>
            <a:r>
              <a:rPr lang="es-CO" dirty="0"/>
              <a:t>)</a:t>
            </a:r>
          </a:p>
          <a:p>
            <a:r>
              <a:rPr lang="es-CO" dirty="0"/>
              <a:t>        │</a:t>
            </a:r>
          </a:p>
          <a:p>
            <a:r>
              <a:rPr lang="es-CO" dirty="0"/>
              <a:t>        ▼</a:t>
            </a:r>
          </a:p>
          <a:p>
            <a:r>
              <a:rPr lang="es-CO" dirty="0"/>
              <a:t>Azure Machine </a:t>
            </a:r>
            <a:r>
              <a:rPr lang="es-CO" dirty="0" err="1"/>
              <a:t>Learning</a:t>
            </a:r>
            <a:r>
              <a:rPr lang="es-CO" dirty="0"/>
              <a:t> </a:t>
            </a:r>
            <a:r>
              <a:rPr lang="es-CO" dirty="0" err="1"/>
              <a:t>Workspace</a:t>
            </a:r>
            <a:r>
              <a:rPr lang="es-CO" dirty="0"/>
              <a:t> (</a:t>
            </a:r>
            <a:r>
              <a:rPr lang="es-CO" dirty="0" err="1"/>
              <a:t>mlw-sebastian-ai</a:t>
            </a:r>
            <a:r>
              <a:rPr lang="es-CO" dirty="0"/>
              <a:t>)</a:t>
            </a:r>
          </a:p>
          <a:p>
            <a:r>
              <a:rPr lang="es-CO" dirty="0"/>
              <a:t>        │</a:t>
            </a:r>
          </a:p>
          <a:p>
            <a:r>
              <a:rPr lang="es-CO" dirty="0"/>
              <a:t> ┌──────┴─────────────┐</a:t>
            </a:r>
          </a:p>
          <a:p>
            <a:r>
              <a:rPr lang="es-CO" dirty="0"/>
              <a:t> │                    │</a:t>
            </a:r>
          </a:p>
          <a:p>
            <a:r>
              <a:rPr lang="es-CO" dirty="0"/>
              <a:t> ▼                    ▼</a:t>
            </a:r>
          </a:p>
          <a:p>
            <a:r>
              <a:rPr lang="es-CO" dirty="0"/>
              <a:t>Compute </a:t>
            </a:r>
            <a:r>
              <a:rPr lang="es-CO" dirty="0" err="1"/>
              <a:t>Instance</a:t>
            </a:r>
            <a:r>
              <a:rPr lang="es-CO" dirty="0"/>
              <a:t>   Compute </a:t>
            </a:r>
            <a:r>
              <a:rPr lang="es-CO" dirty="0" err="1"/>
              <a:t>Cluster</a:t>
            </a:r>
            <a:endParaRPr lang="es-CO" dirty="0"/>
          </a:p>
          <a:p>
            <a:r>
              <a:rPr lang="es-CO" dirty="0"/>
              <a:t>(sebastianrigar901) (</a:t>
            </a:r>
            <a:r>
              <a:rPr lang="es-CO" dirty="0" err="1"/>
              <a:t>cc-sebastian-ai</a:t>
            </a:r>
            <a:r>
              <a:rPr lang="es-CO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7138" y="0"/>
            <a:ext cx="2809547" cy="34011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4182" y="0"/>
            <a:ext cx="2809240" cy="3367404"/>
          </a:xfrm>
          <a:custGeom>
            <a:avLst/>
            <a:gdLst/>
            <a:ahLst/>
            <a:cxnLst/>
            <a:rect l="l" t="t" r="r" b="b"/>
            <a:pathLst>
              <a:path w="2809240" h="3367404">
                <a:moveTo>
                  <a:pt x="2809118" y="0"/>
                </a:moveTo>
                <a:lnTo>
                  <a:pt x="0" y="0"/>
                </a:lnTo>
                <a:lnTo>
                  <a:pt x="0" y="2465547"/>
                </a:lnTo>
                <a:lnTo>
                  <a:pt x="1378554" y="3367248"/>
                </a:lnTo>
                <a:lnTo>
                  <a:pt x="2809118" y="2465547"/>
                </a:lnTo>
                <a:lnTo>
                  <a:pt x="2809118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3886" y="0"/>
            <a:ext cx="2510790" cy="3211195"/>
          </a:xfrm>
          <a:custGeom>
            <a:avLst/>
            <a:gdLst/>
            <a:ahLst/>
            <a:cxnLst/>
            <a:rect l="l" t="t" r="r" b="b"/>
            <a:pathLst>
              <a:path w="2510790" h="3211195">
                <a:moveTo>
                  <a:pt x="2091582" y="0"/>
                </a:moveTo>
                <a:lnTo>
                  <a:pt x="0" y="0"/>
                </a:lnTo>
                <a:lnTo>
                  <a:pt x="1331270" y="3211179"/>
                </a:lnTo>
                <a:lnTo>
                  <a:pt x="2510407" y="2465547"/>
                </a:lnTo>
                <a:lnTo>
                  <a:pt x="209158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3110" y="0"/>
            <a:ext cx="2021839" cy="2127885"/>
          </a:xfrm>
          <a:custGeom>
            <a:avLst/>
            <a:gdLst/>
            <a:ahLst/>
            <a:cxnLst/>
            <a:rect l="l" t="t" r="r" b="b"/>
            <a:pathLst>
              <a:path w="2021839" h="2127885">
                <a:moveTo>
                  <a:pt x="2021818" y="0"/>
                </a:moveTo>
                <a:lnTo>
                  <a:pt x="1295989" y="0"/>
                </a:lnTo>
                <a:lnTo>
                  <a:pt x="0" y="679498"/>
                </a:lnTo>
                <a:lnTo>
                  <a:pt x="0" y="2127411"/>
                </a:lnTo>
                <a:lnTo>
                  <a:pt x="2021818" y="0"/>
                </a:lnTo>
                <a:close/>
              </a:path>
            </a:pathLst>
          </a:custGeom>
          <a:solidFill>
            <a:srgbClr val="E6E7E8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01338" y="0"/>
            <a:ext cx="3402761" cy="7768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22366" y="5881730"/>
            <a:ext cx="3382010" cy="5363845"/>
          </a:xfrm>
          <a:custGeom>
            <a:avLst/>
            <a:gdLst/>
            <a:ahLst/>
            <a:cxnLst/>
            <a:rect l="l" t="t" r="r" b="b"/>
            <a:pathLst>
              <a:path w="3382009" h="5363845">
                <a:moveTo>
                  <a:pt x="0" y="0"/>
                </a:moveTo>
                <a:lnTo>
                  <a:pt x="0" y="5363365"/>
                </a:lnTo>
                <a:lnTo>
                  <a:pt x="3381729" y="5363365"/>
                </a:lnTo>
                <a:lnTo>
                  <a:pt x="3381729" y="143723"/>
                </a:lnTo>
                <a:lnTo>
                  <a:pt x="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722369" y="6122567"/>
            <a:ext cx="3381729" cy="5185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352341" y="5386045"/>
            <a:ext cx="1751964" cy="241935"/>
          </a:xfrm>
          <a:custGeom>
            <a:avLst/>
            <a:gdLst/>
            <a:ahLst/>
            <a:cxnLst/>
            <a:rect l="l" t="t" r="r" b="b"/>
            <a:pathLst>
              <a:path w="1751965" h="241935">
                <a:moveTo>
                  <a:pt x="1751758" y="0"/>
                </a:moveTo>
                <a:lnTo>
                  <a:pt x="0" y="0"/>
                </a:lnTo>
                <a:lnTo>
                  <a:pt x="31412" y="241634"/>
                </a:lnTo>
                <a:lnTo>
                  <a:pt x="1751758" y="241634"/>
                </a:lnTo>
                <a:lnTo>
                  <a:pt x="1751758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674749" y="5329733"/>
            <a:ext cx="2429350" cy="5402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8466871" y="5377945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23632" y="825611"/>
            <a:ext cx="1464310" cy="1464310"/>
          </a:xfrm>
          <a:custGeom>
            <a:avLst/>
            <a:gdLst/>
            <a:ahLst/>
            <a:cxnLst/>
            <a:rect l="l" t="t" r="r" b="b"/>
            <a:pathLst>
              <a:path w="1464310" h="1464310">
                <a:moveTo>
                  <a:pt x="732030" y="0"/>
                </a:moveTo>
                <a:lnTo>
                  <a:pt x="683971" y="1560"/>
                </a:lnTo>
                <a:lnTo>
                  <a:pt x="636732" y="6175"/>
                </a:lnTo>
                <a:lnTo>
                  <a:pt x="590410" y="13748"/>
                </a:lnTo>
                <a:lnTo>
                  <a:pt x="545101" y="24183"/>
                </a:lnTo>
                <a:lnTo>
                  <a:pt x="500904" y="37381"/>
                </a:lnTo>
                <a:lnTo>
                  <a:pt x="457915" y="53245"/>
                </a:lnTo>
                <a:lnTo>
                  <a:pt x="416231" y="71679"/>
                </a:lnTo>
                <a:lnTo>
                  <a:pt x="375951" y="92585"/>
                </a:lnTo>
                <a:lnTo>
                  <a:pt x="337170" y="115866"/>
                </a:lnTo>
                <a:lnTo>
                  <a:pt x="299986" y="141424"/>
                </a:lnTo>
                <a:lnTo>
                  <a:pt x="264497" y="169163"/>
                </a:lnTo>
                <a:lnTo>
                  <a:pt x="230799" y="198986"/>
                </a:lnTo>
                <a:lnTo>
                  <a:pt x="198990" y="230794"/>
                </a:lnTo>
                <a:lnTo>
                  <a:pt x="169168" y="264491"/>
                </a:lnTo>
                <a:lnTo>
                  <a:pt x="141428" y="299979"/>
                </a:lnTo>
                <a:lnTo>
                  <a:pt x="115869" y="337162"/>
                </a:lnTo>
                <a:lnTo>
                  <a:pt x="92588" y="375943"/>
                </a:lnTo>
                <a:lnTo>
                  <a:pt x="71681" y="416223"/>
                </a:lnTo>
                <a:lnTo>
                  <a:pt x="53247" y="457906"/>
                </a:lnTo>
                <a:lnTo>
                  <a:pt x="37382" y="500894"/>
                </a:lnTo>
                <a:lnTo>
                  <a:pt x="24184" y="545091"/>
                </a:lnTo>
                <a:lnTo>
                  <a:pt x="13749" y="590400"/>
                </a:lnTo>
                <a:lnTo>
                  <a:pt x="6175" y="636722"/>
                </a:lnTo>
                <a:lnTo>
                  <a:pt x="1560" y="683961"/>
                </a:lnTo>
                <a:lnTo>
                  <a:pt x="0" y="732019"/>
                </a:lnTo>
                <a:lnTo>
                  <a:pt x="1560" y="780080"/>
                </a:lnTo>
                <a:lnTo>
                  <a:pt x="6175" y="827321"/>
                </a:lnTo>
                <a:lnTo>
                  <a:pt x="13749" y="873645"/>
                </a:lnTo>
                <a:lnTo>
                  <a:pt x="24184" y="918955"/>
                </a:lnTo>
                <a:lnTo>
                  <a:pt x="37382" y="963153"/>
                </a:lnTo>
                <a:lnTo>
                  <a:pt x="53247" y="1006143"/>
                </a:lnTo>
                <a:lnTo>
                  <a:pt x="71681" y="1047826"/>
                </a:lnTo>
                <a:lnTo>
                  <a:pt x="92588" y="1088107"/>
                </a:lnTo>
                <a:lnTo>
                  <a:pt x="115869" y="1126888"/>
                </a:lnTo>
                <a:lnTo>
                  <a:pt x="141428" y="1164072"/>
                </a:lnTo>
                <a:lnTo>
                  <a:pt x="169168" y="1199560"/>
                </a:lnTo>
                <a:lnTo>
                  <a:pt x="198990" y="1233258"/>
                </a:lnTo>
                <a:lnTo>
                  <a:pt x="230799" y="1265066"/>
                </a:lnTo>
                <a:lnTo>
                  <a:pt x="264497" y="1294888"/>
                </a:lnTo>
                <a:lnTo>
                  <a:pt x="299986" y="1322627"/>
                </a:lnTo>
                <a:lnTo>
                  <a:pt x="337170" y="1348185"/>
                </a:lnTo>
                <a:lnTo>
                  <a:pt x="375951" y="1371465"/>
                </a:lnTo>
                <a:lnTo>
                  <a:pt x="416231" y="1392371"/>
                </a:lnTo>
                <a:lnTo>
                  <a:pt x="457915" y="1410804"/>
                </a:lnTo>
                <a:lnTo>
                  <a:pt x="500904" y="1426669"/>
                </a:lnTo>
                <a:lnTo>
                  <a:pt x="545101" y="1439866"/>
                </a:lnTo>
                <a:lnTo>
                  <a:pt x="590410" y="1450301"/>
                </a:lnTo>
                <a:lnTo>
                  <a:pt x="636732" y="1457874"/>
                </a:lnTo>
                <a:lnTo>
                  <a:pt x="683971" y="1462489"/>
                </a:lnTo>
                <a:lnTo>
                  <a:pt x="732030" y="1464049"/>
                </a:lnTo>
                <a:lnTo>
                  <a:pt x="780089" y="1462489"/>
                </a:lnTo>
                <a:lnTo>
                  <a:pt x="827329" y="1457874"/>
                </a:lnTo>
                <a:lnTo>
                  <a:pt x="873652" y="1450301"/>
                </a:lnTo>
                <a:lnTo>
                  <a:pt x="918961" y="1439866"/>
                </a:lnTo>
                <a:lnTo>
                  <a:pt x="963159" y="1426669"/>
                </a:lnTo>
                <a:lnTo>
                  <a:pt x="1006149" y="1410804"/>
                </a:lnTo>
                <a:lnTo>
                  <a:pt x="1047832" y="1392371"/>
                </a:lnTo>
                <a:lnTo>
                  <a:pt x="1088113" y="1371465"/>
                </a:lnTo>
                <a:lnTo>
                  <a:pt x="1126894" y="1348185"/>
                </a:lnTo>
                <a:lnTo>
                  <a:pt x="1132936" y="1344032"/>
                </a:lnTo>
                <a:lnTo>
                  <a:pt x="732030" y="1344032"/>
                </a:lnTo>
                <a:lnTo>
                  <a:pt x="684271" y="1342187"/>
                </a:lnTo>
                <a:lnTo>
                  <a:pt x="637506" y="1336744"/>
                </a:lnTo>
                <a:lnTo>
                  <a:pt x="591870" y="1327840"/>
                </a:lnTo>
                <a:lnTo>
                  <a:pt x="547503" y="1315612"/>
                </a:lnTo>
                <a:lnTo>
                  <a:pt x="504539" y="1300197"/>
                </a:lnTo>
                <a:lnTo>
                  <a:pt x="463118" y="1281732"/>
                </a:lnTo>
                <a:lnTo>
                  <a:pt x="423375" y="1260354"/>
                </a:lnTo>
                <a:lnTo>
                  <a:pt x="385447" y="1236201"/>
                </a:lnTo>
                <a:lnTo>
                  <a:pt x="349473" y="1209410"/>
                </a:lnTo>
                <a:lnTo>
                  <a:pt x="315589" y="1180117"/>
                </a:lnTo>
                <a:lnTo>
                  <a:pt x="283932" y="1148460"/>
                </a:lnTo>
                <a:lnTo>
                  <a:pt x="254639" y="1114576"/>
                </a:lnTo>
                <a:lnTo>
                  <a:pt x="227847" y="1078601"/>
                </a:lnTo>
                <a:lnTo>
                  <a:pt x="203694" y="1040674"/>
                </a:lnTo>
                <a:lnTo>
                  <a:pt x="182317" y="1000931"/>
                </a:lnTo>
                <a:lnTo>
                  <a:pt x="163852" y="959509"/>
                </a:lnTo>
                <a:lnTo>
                  <a:pt x="148437" y="916546"/>
                </a:lnTo>
                <a:lnTo>
                  <a:pt x="136209" y="872178"/>
                </a:lnTo>
                <a:lnTo>
                  <a:pt x="127305" y="826543"/>
                </a:lnTo>
                <a:lnTo>
                  <a:pt x="121862" y="779778"/>
                </a:lnTo>
                <a:lnTo>
                  <a:pt x="120017" y="732019"/>
                </a:lnTo>
                <a:lnTo>
                  <a:pt x="121862" y="684262"/>
                </a:lnTo>
                <a:lnTo>
                  <a:pt x="127305" y="637498"/>
                </a:lnTo>
                <a:lnTo>
                  <a:pt x="136209" y="591864"/>
                </a:lnTo>
                <a:lnTo>
                  <a:pt x="148437" y="547497"/>
                </a:lnTo>
                <a:lnTo>
                  <a:pt x="163852" y="504535"/>
                </a:lnTo>
                <a:lnTo>
                  <a:pt x="182317" y="463114"/>
                </a:lnTo>
                <a:lnTo>
                  <a:pt x="203694" y="423372"/>
                </a:lnTo>
                <a:lnTo>
                  <a:pt x="227847" y="385445"/>
                </a:lnTo>
                <a:lnTo>
                  <a:pt x="254639" y="349471"/>
                </a:lnTo>
                <a:lnTo>
                  <a:pt x="283932" y="315587"/>
                </a:lnTo>
                <a:lnTo>
                  <a:pt x="315589" y="283931"/>
                </a:lnTo>
                <a:lnTo>
                  <a:pt x="349473" y="254638"/>
                </a:lnTo>
                <a:lnTo>
                  <a:pt x="385447" y="227847"/>
                </a:lnTo>
                <a:lnTo>
                  <a:pt x="423375" y="203694"/>
                </a:lnTo>
                <a:lnTo>
                  <a:pt x="463118" y="182317"/>
                </a:lnTo>
                <a:lnTo>
                  <a:pt x="504539" y="163852"/>
                </a:lnTo>
                <a:lnTo>
                  <a:pt x="547503" y="148437"/>
                </a:lnTo>
                <a:lnTo>
                  <a:pt x="591870" y="136209"/>
                </a:lnTo>
                <a:lnTo>
                  <a:pt x="637506" y="127305"/>
                </a:lnTo>
                <a:lnTo>
                  <a:pt x="684271" y="121862"/>
                </a:lnTo>
                <a:lnTo>
                  <a:pt x="732030" y="120017"/>
                </a:lnTo>
                <a:lnTo>
                  <a:pt x="1133290" y="120017"/>
                </a:lnTo>
                <a:lnTo>
                  <a:pt x="1105327" y="102049"/>
                </a:lnTo>
                <a:lnTo>
                  <a:pt x="1062489" y="78422"/>
                </a:lnTo>
                <a:lnTo>
                  <a:pt x="1018354" y="57829"/>
                </a:lnTo>
                <a:lnTo>
                  <a:pt x="973025" y="40307"/>
                </a:lnTo>
                <a:lnTo>
                  <a:pt x="926603" y="25891"/>
                </a:lnTo>
                <a:lnTo>
                  <a:pt x="879191" y="14617"/>
                </a:lnTo>
                <a:lnTo>
                  <a:pt x="830890" y="6520"/>
                </a:lnTo>
                <a:lnTo>
                  <a:pt x="781802" y="1636"/>
                </a:lnTo>
                <a:lnTo>
                  <a:pt x="732030" y="0"/>
                </a:lnTo>
                <a:close/>
              </a:path>
              <a:path w="1464310" h="1464310">
                <a:moveTo>
                  <a:pt x="1382391" y="479173"/>
                </a:moveTo>
                <a:lnTo>
                  <a:pt x="1358639" y="481367"/>
                </a:lnTo>
                <a:lnTo>
                  <a:pt x="1337624" y="492591"/>
                </a:lnTo>
                <a:lnTo>
                  <a:pt x="1323047" y="510386"/>
                </a:lnTo>
                <a:lnTo>
                  <a:pt x="1316204" y="532348"/>
                </a:lnTo>
                <a:lnTo>
                  <a:pt x="1318389" y="556077"/>
                </a:lnTo>
                <a:lnTo>
                  <a:pt x="1329580" y="599104"/>
                </a:lnTo>
                <a:lnTo>
                  <a:pt x="1337600" y="642874"/>
                </a:lnTo>
                <a:lnTo>
                  <a:pt x="1342428" y="687231"/>
                </a:lnTo>
                <a:lnTo>
                  <a:pt x="1344042" y="732019"/>
                </a:lnTo>
                <a:lnTo>
                  <a:pt x="1342198" y="779778"/>
                </a:lnTo>
                <a:lnTo>
                  <a:pt x="1336755" y="826543"/>
                </a:lnTo>
                <a:lnTo>
                  <a:pt x="1327850" y="872178"/>
                </a:lnTo>
                <a:lnTo>
                  <a:pt x="1315622" y="916546"/>
                </a:lnTo>
                <a:lnTo>
                  <a:pt x="1300207" y="959509"/>
                </a:lnTo>
                <a:lnTo>
                  <a:pt x="1281742" y="1000931"/>
                </a:lnTo>
                <a:lnTo>
                  <a:pt x="1260365" y="1040674"/>
                </a:lnTo>
                <a:lnTo>
                  <a:pt x="1236212" y="1078601"/>
                </a:lnTo>
                <a:lnTo>
                  <a:pt x="1209420" y="1114576"/>
                </a:lnTo>
                <a:lnTo>
                  <a:pt x="1180127" y="1148460"/>
                </a:lnTo>
                <a:lnTo>
                  <a:pt x="1148470" y="1180117"/>
                </a:lnTo>
                <a:lnTo>
                  <a:pt x="1114586" y="1209410"/>
                </a:lnTo>
                <a:lnTo>
                  <a:pt x="1078612" y="1236201"/>
                </a:lnTo>
                <a:lnTo>
                  <a:pt x="1040685" y="1260354"/>
                </a:lnTo>
                <a:lnTo>
                  <a:pt x="1000942" y="1281732"/>
                </a:lnTo>
                <a:lnTo>
                  <a:pt x="959520" y="1300197"/>
                </a:lnTo>
                <a:lnTo>
                  <a:pt x="916556" y="1315612"/>
                </a:lnTo>
                <a:lnTo>
                  <a:pt x="872189" y="1327840"/>
                </a:lnTo>
                <a:lnTo>
                  <a:pt x="826554" y="1336744"/>
                </a:lnTo>
                <a:lnTo>
                  <a:pt x="779788" y="1342187"/>
                </a:lnTo>
                <a:lnTo>
                  <a:pt x="732030" y="1344032"/>
                </a:lnTo>
                <a:lnTo>
                  <a:pt x="1132936" y="1344032"/>
                </a:lnTo>
                <a:lnTo>
                  <a:pt x="1199567" y="1294888"/>
                </a:lnTo>
                <a:lnTo>
                  <a:pt x="1233264" y="1265066"/>
                </a:lnTo>
                <a:lnTo>
                  <a:pt x="1265072" y="1233258"/>
                </a:lnTo>
                <a:lnTo>
                  <a:pt x="1294895" y="1199560"/>
                </a:lnTo>
                <a:lnTo>
                  <a:pt x="1322634" y="1164072"/>
                </a:lnTo>
                <a:lnTo>
                  <a:pt x="1348193" y="1126888"/>
                </a:lnTo>
                <a:lnTo>
                  <a:pt x="1371474" y="1088107"/>
                </a:lnTo>
                <a:lnTo>
                  <a:pt x="1392380" y="1047826"/>
                </a:lnTo>
                <a:lnTo>
                  <a:pt x="1410814" y="1006143"/>
                </a:lnTo>
                <a:lnTo>
                  <a:pt x="1426678" y="963153"/>
                </a:lnTo>
                <a:lnTo>
                  <a:pt x="1439876" y="918955"/>
                </a:lnTo>
                <a:lnTo>
                  <a:pt x="1450311" y="873645"/>
                </a:lnTo>
                <a:lnTo>
                  <a:pt x="1457884" y="827321"/>
                </a:lnTo>
                <a:lnTo>
                  <a:pt x="1462500" y="780080"/>
                </a:lnTo>
                <a:lnTo>
                  <a:pt x="1464060" y="732019"/>
                </a:lnTo>
                <a:lnTo>
                  <a:pt x="1462126" y="678491"/>
                </a:lnTo>
                <a:lnTo>
                  <a:pt x="1456345" y="625461"/>
                </a:lnTo>
                <a:lnTo>
                  <a:pt x="1446743" y="573112"/>
                </a:lnTo>
                <a:lnTo>
                  <a:pt x="1433349" y="521628"/>
                </a:lnTo>
                <a:lnTo>
                  <a:pt x="1404353" y="486019"/>
                </a:lnTo>
                <a:lnTo>
                  <a:pt x="1382391" y="479173"/>
                </a:lnTo>
                <a:close/>
              </a:path>
              <a:path w="1464310" h="1464310">
                <a:moveTo>
                  <a:pt x="1133290" y="120017"/>
                </a:moveTo>
                <a:lnTo>
                  <a:pt x="732030" y="120017"/>
                </a:lnTo>
                <a:lnTo>
                  <a:pt x="783961" y="122151"/>
                </a:lnTo>
                <a:lnTo>
                  <a:pt x="834961" y="128515"/>
                </a:lnTo>
                <a:lnTo>
                  <a:pt x="884864" y="139052"/>
                </a:lnTo>
                <a:lnTo>
                  <a:pt x="933502" y="153703"/>
                </a:lnTo>
                <a:lnTo>
                  <a:pt x="980711" y="172411"/>
                </a:lnTo>
                <a:lnTo>
                  <a:pt x="1026323" y="195117"/>
                </a:lnTo>
                <a:lnTo>
                  <a:pt x="1070172" y="221765"/>
                </a:lnTo>
                <a:lnTo>
                  <a:pt x="1112091" y="252295"/>
                </a:lnTo>
                <a:lnTo>
                  <a:pt x="1133308" y="263115"/>
                </a:lnTo>
                <a:lnTo>
                  <a:pt x="1178183" y="257951"/>
                </a:lnTo>
                <a:lnTo>
                  <a:pt x="1207235" y="221352"/>
                </a:lnTo>
                <a:lnTo>
                  <a:pt x="1209014" y="198416"/>
                </a:lnTo>
                <a:lnTo>
                  <a:pt x="1202066" y="176484"/>
                </a:lnTo>
                <a:lnTo>
                  <a:pt x="1186707" y="158267"/>
                </a:lnTo>
                <a:lnTo>
                  <a:pt x="1146767" y="128676"/>
                </a:lnTo>
                <a:lnTo>
                  <a:pt x="1133290" y="12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70635" y="975999"/>
            <a:ext cx="1149350" cy="1149350"/>
          </a:xfrm>
          <a:custGeom>
            <a:avLst/>
            <a:gdLst/>
            <a:ahLst/>
            <a:cxnLst/>
            <a:rect l="l" t="t" r="r" b="b"/>
            <a:pathLst>
              <a:path w="1149350" h="1149350">
                <a:moveTo>
                  <a:pt x="574600" y="0"/>
                </a:moveTo>
                <a:lnTo>
                  <a:pt x="527542" y="1908"/>
                </a:lnTo>
                <a:lnTo>
                  <a:pt x="481519" y="7534"/>
                </a:lnTo>
                <a:lnTo>
                  <a:pt x="436681" y="16728"/>
                </a:lnTo>
                <a:lnTo>
                  <a:pt x="393175" y="29341"/>
                </a:lnTo>
                <a:lnTo>
                  <a:pt x="351152" y="45225"/>
                </a:lnTo>
                <a:lnTo>
                  <a:pt x="310760" y="64231"/>
                </a:lnTo>
                <a:lnTo>
                  <a:pt x="272149" y="86208"/>
                </a:lnTo>
                <a:lnTo>
                  <a:pt x="235466" y="111009"/>
                </a:lnTo>
                <a:lnTo>
                  <a:pt x="200862" y="138485"/>
                </a:lnTo>
                <a:lnTo>
                  <a:pt x="168485" y="168485"/>
                </a:lnTo>
                <a:lnTo>
                  <a:pt x="138485" y="200862"/>
                </a:lnTo>
                <a:lnTo>
                  <a:pt x="111009" y="235466"/>
                </a:lnTo>
                <a:lnTo>
                  <a:pt x="86208" y="272149"/>
                </a:lnTo>
                <a:lnTo>
                  <a:pt x="64231" y="310760"/>
                </a:lnTo>
                <a:lnTo>
                  <a:pt x="45225" y="351152"/>
                </a:lnTo>
                <a:lnTo>
                  <a:pt x="29341" y="393175"/>
                </a:lnTo>
                <a:lnTo>
                  <a:pt x="16728" y="436681"/>
                </a:lnTo>
                <a:lnTo>
                  <a:pt x="7534" y="481519"/>
                </a:lnTo>
                <a:lnTo>
                  <a:pt x="1908" y="527542"/>
                </a:lnTo>
                <a:lnTo>
                  <a:pt x="0" y="574600"/>
                </a:lnTo>
                <a:lnTo>
                  <a:pt x="1908" y="621656"/>
                </a:lnTo>
                <a:lnTo>
                  <a:pt x="7534" y="667678"/>
                </a:lnTo>
                <a:lnTo>
                  <a:pt x="16728" y="712515"/>
                </a:lnTo>
                <a:lnTo>
                  <a:pt x="29341" y="756019"/>
                </a:lnTo>
                <a:lnTo>
                  <a:pt x="45225" y="798041"/>
                </a:lnTo>
                <a:lnTo>
                  <a:pt x="64231" y="838432"/>
                </a:lnTo>
                <a:lnTo>
                  <a:pt x="86208" y="877043"/>
                </a:lnTo>
                <a:lnTo>
                  <a:pt x="111009" y="913725"/>
                </a:lnTo>
                <a:lnTo>
                  <a:pt x="138485" y="948329"/>
                </a:lnTo>
                <a:lnTo>
                  <a:pt x="168485" y="980705"/>
                </a:lnTo>
                <a:lnTo>
                  <a:pt x="200862" y="1010705"/>
                </a:lnTo>
                <a:lnTo>
                  <a:pt x="235466" y="1038180"/>
                </a:lnTo>
                <a:lnTo>
                  <a:pt x="272149" y="1062981"/>
                </a:lnTo>
                <a:lnTo>
                  <a:pt x="310760" y="1084959"/>
                </a:lnTo>
                <a:lnTo>
                  <a:pt x="351152" y="1103964"/>
                </a:lnTo>
                <a:lnTo>
                  <a:pt x="393175" y="1119848"/>
                </a:lnTo>
                <a:lnTo>
                  <a:pt x="436681" y="1132461"/>
                </a:lnTo>
                <a:lnTo>
                  <a:pt x="481519" y="1141655"/>
                </a:lnTo>
                <a:lnTo>
                  <a:pt x="527542" y="1147281"/>
                </a:lnTo>
                <a:lnTo>
                  <a:pt x="574600" y="1149190"/>
                </a:lnTo>
                <a:lnTo>
                  <a:pt x="621658" y="1147281"/>
                </a:lnTo>
                <a:lnTo>
                  <a:pt x="667680" y="1141655"/>
                </a:lnTo>
                <a:lnTo>
                  <a:pt x="712519" y="1132461"/>
                </a:lnTo>
                <a:lnTo>
                  <a:pt x="756024" y="1119848"/>
                </a:lnTo>
                <a:lnTo>
                  <a:pt x="798047" y="1103964"/>
                </a:lnTo>
                <a:lnTo>
                  <a:pt x="838439" y="1084959"/>
                </a:lnTo>
                <a:lnTo>
                  <a:pt x="848258" y="1079370"/>
                </a:lnTo>
                <a:lnTo>
                  <a:pt x="574600" y="1079370"/>
                </a:lnTo>
                <a:lnTo>
                  <a:pt x="526056" y="1077055"/>
                </a:lnTo>
                <a:lnTo>
                  <a:pt x="478803" y="1070252"/>
                </a:lnTo>
                <a:lnTo>
                  <a:pt x="433053" y="1059173"/>
                </a:lnTo>
                <a:lnTo>
                  <a:pt x="389021" y="1044034"/>
                </a:lnTo>
                <a:lnTo>
                  <a:pt x="346919" y="1025045"/>
                </a:lnTo>
                <a:lnTo>
                  <a:pt x="306960" y="1002422"/>
                </a:lnTo>
                <a:lnTo>
                  <a:pt x="269357" y="976376"/>
                </a:lnTo>
                <a:lnTo>
                  <a:pt x="234325" y="947121"/>
                </a:lnTo>
                <a:lnTo>
                  <a:pt x="202075" y="914871"/>
                </a:lnTo>
                <a:lnTo>
                  <a:pt x="172820" y="879838"/>
                </a:lnTo>
                <a:lnTo>
                  <a:pt x="146775" y="842235"/>
                </a:lnTo>
                <a:lnTo>
                  <a:pt x="124152" y="802276"/>
                </a:lnTo>
                <a:lnTo>
                  <a:pt x="105165" y="760174"/>
                </a:lnTo>
                <a:lnTo>
                  <a:pt x="90025" y="716143"/>
                </a:lnTo>
                <a:lnTo>
                  <a:pt x="78948" y="670394"/>
                </a:lnTo>
                <a:lnTo>
                  <a:pt x="72145" y="623144"/>
                </a:lnTo>
                <a:lnTo>
                  <a:pt x="69830" y="574600"/>
                </a:lnTo>
                <a:lnTo>
                  <a:pt x="72145" y="526056"/>
                </a:lnTo>
                <a:lnTo>
                  <a:pt x="78948" y="478802"/>
                </a:lnTo>
                <a:lnTo>
                  <a:pt x="90025" y="433052"/>
                </a:lnTo>
                <a:lnTo>
                  <a:pt x="105165" y="389019"/>
                </a:lnTo>
                <a:lnTo>
                  <a:pt x="124152" y="346917"/>
                </a:lnTo>
                <a:lnTo>
                  <a:pt x="146775" y="306957"/>
                </a:lnTo>
                <a:lnTo>
                  <a:pt x="172820" y="269354"/>
                </a:lnTo>
                <a:lnTo>
                  <a:pt x="202075" y="234320"/>
                </a:lnTo>
                <a:lnTo>
                  <a:pt x="234325" y="202069"/>
                </a:lnTo>
                <a:lnTo>
                  <a:pt x="269357" y="172814"/>
                </a:lnTo>
                <a:lnTo>
                  <a:pt x="306960" y="146768"/>
                </a:lnTo>
                <a:lnTo>
                  <a:pt x="346919" y="124144"/>
                </a:lnTo>
                <a:lnTo>
                  <a:pt x="389021" y="105156"/>
                </a:lnTo>
                <a:lnTo>
                  <a:pt x="433053" y="90016"/>
                </a:lnTo>
                <a:lnTo>
                  <a:pt x="478803" y="78938"/>
                </a:lnTo>
                <a:lnTo>
                  <a:pt x="526056" y="72134"/>
                </a:lnTo>
                <a:lnTo>
                  <a:pt x="574600" y="69819"/>
                </a:lnTo>
                <a:lnTo>
                  <a:pt x="848225" y="69819"/>
                </a:lnTo>
                <a:lnTo>
                  <a:pt x="829163" y="59233"/>
                </a:lnTo>
                <a:lnTo>
                  <a:pt x="781144" y="38108"/>
                </a:lnTo>
                <a:lnTo>
                  <a:pt x="731453" y="21548"/>
                </a:lnTo>
                <a:lnTo>
                  <a:pt x="680315" y="9626"/>
                </a:lnTo>
                <a:lnTo>
                  <a:pt x="627955" y="2419"/>
                </a:lnTo>
                <a:lnTo>
                  <a:pt x="574600" y="0"/>
                </a:lnTo>
                <a:close/>
              </a:path>
              <a:path w="1149350" h="1149350">
                <a:moveTo>
                  <a:pt x="1110395" y="501042"/>
                </a:moveTo>
                <a:lnTo>
                  <a:pt x="1097037" y="504754"/>
                </a:lnTo>
                <a:lnTo>
                  <a:pt x="1086507" y="513017"/>
                </a:lnTo>
                <a:lnTo>
                  <a:pt x="1079843" y="524626"/>
                </a:lnTo>
                <a:lnTo>
                  <a:pt x="1078082" y="538381"/>
                </a:lnTo>
                <a:lnTo>
                  <a:pt x="1078645" y="547340"/>
                </a:lnTo>
                <a:lnTo>
                  <a:pt x="1079048" y="556384"/>
                </a:lnTo>
                <a:lnTo>
                  <a:pt x="1079256" y="564230"/>
                </a:lnTo>
                <a:lnTo>
                  <a:pt x="1079370" y="574600"/>
                </a:lnTo>
                <a:lnTo>
                  <a:pt x="1077055" y="623144"/>
                </a:lnTo>
                <a:lnTo>
                  <a:pt x="1070252" y="670397"/>
                </a:lnTo>
                <a:lnTo>
                  <a:pt x="1059174" y="716146"/>
                </a:lnTo>
                <a:lnTo>
                  <a:pt x="1044035" y="760179"/>
                </a:lnTo>
                <a:lnTo>
                  <a:pt x="1025047" y="802281"/>
                </a:lnTo>
                <a:lnTo>
                  <a:pt x="1002424" y="842240"/>
                </a:lnTo>
                <a:lnTo>
                  <a:pt x="976379" y="879842"/>
                </a:lnTo>
                <a:lnTo>
                  <a:pt x="947125" y="914875"/>
                </a:lnTo>
                <a:lnTo>
                  <a:pt x="914875" y="947125"/>
                </a:lnTo>
                <a:lnTo>
                  <a:pt x="879842" y="976379"/>
                </a:lnTo>
                <a:lnTo>
                  <a:pt x="842240" y="1002424"/>
                </a:lnTo>
                <a:lnTo>
                  <a:pt x="802281" y="1025047"/>
                </a:lnTo>
                <a:lnTo>
                  <a:pt x="760179" y="1044035"/>
                </a:lnTo>
                <a:lnTo>
                  <a:pt x="716146" y="1059174"/>
                </a:lnTo>
                <a:lnTo>
                  <a:pt x="670397" y="1070252"/>
                </a:lnTo>
                <a:lnTo>
                  <a:pt x="623144" y="1077055"/>
                </a:lnTo>
                <a:lnTo>
                  <a:pt x="574600" y="1079370"/>
                </a:lnTo>
                <a:lnTo>
                  <a:pt x="848258" y="1079370"/>
                </a:lnTo>
                <a:lnTo>
                  <a:pt x="913733" y="1038180"/>
                </a:lnTo>
                <a:lnTo>
                  <a:pt x="948338" y="1010705"/>
                </a:lnTo>
                <a:lnTo>
                  <a:pt x="980714" y="980705"/>
                </a:lnTo>
                <a:lnTo>
                  <a:pt x="1010715" y="948329"/>
                </a:lnTo>
                <a:lnTo>
                  <a:pt x="1038190" y="913725"/>
                </a:lnTo>
                <a:lnTo>
                  <a:pt x="1062991" y="877043"/>
                </a:lnTo>
                <a:lnTo>
                  <a:pt x="1084969" y="838432"/>
                </a:lnTo>
                <a:lnTo>
                  <a:pt x="1103974" y="798041"/>
                </a:lnTo>
                <a:lnTo>
                  <a:pt x="1119858" y="756019"/>
                </a:lnTo>
                <a:lnTo>
                  <a:pt x="1132472" y="712515"/>
                </a:lnTo>
                <a:lnTo>
                  <a:pt x="1141666" y="667678"/>
                </a:lnTo>
                <a:lnTo>
                  <a:pt x="1147292" y="621656"/>
                </a:lnTo>
                <a:lnTo>
                  <a:pt x="1149200" y="574600"/>
                </a:lnTo>
                <a:lnTo>
                  <a:pt x="1149106" y="564230"/>
                </a:lnTo>
                <a:lnTo>
                  <a:pt x="1144016" y="520006"/>
                </a:lnTo>
                <a:lnTo>
                  <a:pt x="1124157" y="502817"/>
                </a:lnTo>
                <a:lnTo>
                  <a:pt x="1110395" y="501042"/>
                </a:lnTo>
                <a:close/>
              </a:path>
              <a:path w="1149350" h="1149350">
                <a:moveTo>
                  <a:pt x="848225" y="69819"/>
                </a:moveTo>
                <a:lnTo>
                  <a:pt x="574600" y="69819"/>
                </a:lnTo>
                <a:lnTo>
                  <a:pt x="621468" y="71944"/>
                </a:lnTo>
                <a:lnTo>
                  <a:pt x="667459" y="78275"/>
                </a:lnTo>
                <a:lnTo>
                  <a:pt x="712376" y="88746"/>
                </a:lnTo>
                <a:lnTo>
                  <a:pt x="756020" y="103289"/>
                </a:lnTo>
                <a:lnTo>
                  <a:pt x="798194" y="121840"/>
                </a:lnTo>
                <a:lnTo>
                  <a:pt x="838697" y="144331"/>
                </a:lnTo>
                <a:lnTo>
                  <a:pt x="877334" y="170696"/>
                </a:lnTo>
                <a:lnTo>
                  <a:pt x="889845" y="176664"/>
                </a:lnTo>
                <a:lnTo>
                  <a:pt x="926212" y="163754"/>
                </a:lnTo>
                <a:lnTo>
                  <a:pt x="932873" y="137878"/>
                </a:lnTo>
                <a:lnTo>
                  <a:pt x="928496" y="125231"/>
                </a:lnTo>
                <a:lnTo>
                  <a:pt x="919280" y="114876"/>
                </a:lnTo>
                <a:lnTo>
                  <a:pt x="875283" y="84847"/>
                </a:lnTo>
                <a:lnTo>
                  <a:pt x="848225" y="69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32645" y="1016669"/>
            <a:ext cx="1143635" cy="889635"/>
          </a:xfrm>
          <a:custGeom>
            <a:avLst/>
            <a:gdLst/>
            <a:ahLst/>
            <a:cxnLst/>
            <a:rect l="l" t="t" r="r" b="b"/>
            <a:pathLst>
              <a:path w="1143635" h="889635">
                <a:moveTo>
                  <a:pt x="155409" y="324705"/>
                </a:moveTo>
                <a:lnTo>
                  <a:pt x="113688" y="324705"/>
                </a:lnTo>
                <a:lnTo>
                  <a:pt x="73565" y="337451"/>
                </a:lnTo>
                <a:lnTo>
                  <a:pt x="38237" y="362943"/>
                </a:lnTo>
                <a:lnTo>
                  <a:pt x="12745" y="398266"/>
                </a:lnTo>
                <a:lnTo>
                  <a:pt x="0" y="438389"/>
                </a:lnTo>
                <a:lnTo>
                  <a:pt x="0" y="480111"/>
                </a:lnTo>
                <a:lnTo>
                  <a:pt x="12745" y="520236"/>
                </a:lnTo>
                <a:lnTo>
                  <a:pt x="38237" y="555565"/>
                </a:lnTo>
                <a:lnTo>
                  <a:pt x="345359" y="862687"/>
                </a:lnTo>
                <a:lnTo>
                  <a:pt x="391933" y="887424"/>
                </a:lnTo>
                <a:lnTo>
                  <a:pt x="409179" y="889073"/>
                </a:lnTo>
                <a:lnTo>
                  <a:pt x="426431" y="887424"/>
                </a:lnTo>
                <a:lnTo>
                  <a:pt x="443164" y="882477"/>
                </a:lnTo>
                <a:lnTo>
                  <a:pt x="458862" y="874231"/>
                </a:lnTo>
                <a:lnTo>
                  <a:pt x="473010" y="862687"/>
                </a:lnTo>
                <a:lnTo>
                  <a:pt x="516411" y="819285"/>
                </a:lnTo>
                <a:lnTo>
                  <a:pt x="409184" y="819285"/>
                </a:lnTo>
                <a:lnTo>
                  <a:pt x="401495" y="817793"/>
                </a:lnTo>
                <a:lnTo>
                  <a:pt x="394740" y="813316"/>
                </a:lnTo>
                <a:lnTo>
                  <a:pt x="87618" y="506184"/>
                </a:lnTo>
                <a:lnTo>
                  <a:pt x="73058" y="484243"/>
                </a:lnTo>
                <a:lnTo>
                  <a:pt x="68205" y="459258"/>
                </a:lnTo>
                <a:lnTo>
                  <a:pt x="73058" y="434270"/>
                </a:lnTo>
                <a:lnTo>
                  <a:pt x="98015" y="403830"/>
                </a:lnTo>
                <a:lnTo>
                  <a:pt x="134549" y="392910"/>
                </a:lnTo>
                <a:lnTo>
                  <a:pt x="260826" y="392910"/>
                </a:lnTo>
                <a:lnTo>
                  <a:pt x="230860" y="362943"/>
                </a:lnTo>
                <a:lnTo>
                  <a:pt x="195532" y="337451"/>
                </a:lnTo>
                <a:lnTo>
                  <a:pt x="155409" y="324705"/>
                </a:lnTo>
                <a:close/>
              </a:path>
              <a:path w="1143635" h="889635">
                <a:moveTo>
                  <a:pt x="1126462" y="68195"/>
                </a:moveTo>
                <a:lnTo>
                  <a:pt x="1008534" y="68195"/>
                </a:lnTo>
                <a:lnTo>
                  <a:pt x="1033525" y="73046"/>
                </a:lnTo>
                <a:lnTo>
                  <a:pt x="1055474" y="87600"/>
                </a:lnTo>
                <a:lnTo>
                  <a:pt x="1070027" y="109547"/>
                </a:lnTo>
                <a:lnTo>
                  <a:pt x="1074879" y="134536"/>
                </a:lnTo>
                <a:lnTo>
                  <a:pt x="1070027" y="159524"/>
                </a:lnTo>
                <a:lnTo>
                  <a:pt x="1055474" y="181472"/>
                </a:lnTo>
                <a:lnTo>
                  <a:pt x="423629" y="813316"/>
                </a:lnTo>
                <a:lnTo>
                  <a:pt x="416874" y="817793"/>
                </a:lnTo>
                <a:lnTo>
                  <a:pt x="409184" y="819285"/>
                </a:lnTo>
                <a:lnTo>
                  <a:pt x="516411" y="819285"/>
                </a:lnTo>
                <a:lnTo>
                  <a:pt x="1104844" y="230842"/>
                </a:lnTo>
                <a:lnTo>
                  <a:pt x="1130331" y="195515"/>
                </a:lnTo>
                <a:lnTo>
                  <a:pt x="1143074" y="155395"/>
                </a:lnTo>
                <a:lnTo>
                  <a:pt x="1143074" y="113677"/>
                </a:lnTo>
                <a:lnTo>
                  <a:pt x="1130331" y="73557"/>
                </a:lnTo>
                <a:lnTo>
                  <a:pt x="1126462" y="68195"/>
                </a:lnTo>
                <a:close/>
              </a:path>
              <a:path w="1143635" h="889635">
                <a:moveTo>
                  <a:pt x="260826" y="392910"/>
                </a:moveTo>
                <a:lnTo>
                  <a:pt x="134549" y="392910"/>
                </a:lnTo>
                <a:lnTo>
                  <a:pt x="147233" y="394124"/>
                </a:lnTo>
                <a:lnTo>
                  <a:pt x="159537" y="397764"/>
                </a:lnTo>
                <a:lnTo>
                  <a:pt x="171081" y="403830"/>
                </a:lnTo>
                <a:lnTo>
                  <a:pt x="181479" y="412323"/>
                </a:lnTo>
                <a:lnTo>
                  <a:pt x="364929" y="595773"/>
                </a:lnTo>
                <a:lnTo>
                  <a:pt x="374480" y="603619"/>
                </a:lnTo>
                <a:lnTo>
                  <a:pt x="385220" y="609364"/>
                </a:lnTo>
                <a:lnTo>
                  <a:pt x="396877" y="612895"/>
                </a:lnTo>
                <a:lnTo>
                  <a:pt x="409179" y="614097"/>
                </a:lnTo>
                <a:lnTo>
                  <a:pt x="421487" y="612895"/>
                </a:lnTo>
                <a:lnTo>
                  <a:pt x="433147" y="609364"/>
                </a:lnTo>
                <a:lnTo>
                  <a:pt x="443888" y="603619"/>
                </a:lnTo>
                <a:lnTo>
                  <a:pt x="453440" y="595773"/>
                </a:lnTo>
                <a:lnTo>
                  <a:pt x="507939" y="541272"/>
                </a:lnTo>
                <a:lnTo>
                  <a:pt x="409179" y="541272"/>
                </a:lnTo>
                <a:lnTo>
                  <a:pt x="260826" y="392910"/>
                </a:lnTo>
                <a:close/>
              </a:path>
              <a:path w="1143635" h="889635">
                <a:moveTo>
                  <a:pt x="1029394" y="0"/>
                </a:moveTo>
                <a:lnTo>
                  <a:pt x="987674" y="0"/>
                </a:lnTo>
                <a:lnTo>
                  <a:pt x="947555" y="12743"/>
                </a:lnTo>
                <a:lnTo>
                  <a:pt x="912232" y="38230"/>
                </a:lnTo>
                <a:lnTo>
                  <a:pt x="409179" y="541272"/>
                </a:lnTo>
                <a:lnTo>
                  <a:pt x="507939" y="541272"/>
                </a:lnTo>
                <a:lnTo>
                  <a:pt x="961602" y="87600"/>
                </a:lnTo>
                <a:lnTo>
                  <a:pt x="983545" y="73046"/>
                </a:lnTo>
                <a:lnTo>
                  <a:pt x="1008534" y="68195"/>
                </a:lnTo>
                <a:lnTo>
                  <a:pt x="1126462" y="68195"/>
                </a:lnTo>
                <a:lnTo>
                  <a:pt x="1104844" y="38230"/>
                </a:lnTo>
                <a:lnTo>
                  <a:pt x="1069516" y="12743"/>
                </a:lnTo>
                <a:lnTo>
                  <a:pt x="10293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4119853" y="298287"/>
            <a:ext cx="3056255" cy="33329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250"/>
              </a:lnSpc>
              <a:spcBef>
                <a:spcPts val="90"/>
              </a:spcBef>
            </a:pPr>
            <a:r>
              <a:rPr sz="9900" b="1" spc="-600" dirty="0">
                <a:latin typeface="Arial"/>
                <a:cs typeface="Arial"/>
              </a:rPr>
              <a:t>Título</a:t>
            </a:r>
            <a:endParaRPr sz="9900" dirty="0">
              <a:latin typeface="Arial"/>
              <a:cs typeface="Arial"/>
            </a:endParaRPr>
          </a:p>
          <a:p>
            <a:pPr marL="32384">
              <a:lnSpc>
                <a:spcPts val="7290"/>
              </a:lnSpc>
            </a:pPr>
            <a:r>
              <a:rPr lang="es-CO" spc="-405" dirty="0"/>
              <a:t>Gestión de datos</a:t>
            </a:r>
            <a:endParaRPr spc="-405" dirty="0"/>
          </a:p>
        </p:txBody>
      </p:sp>
      <p:sp>
        <p:nvSpPr>
          <p:cNvPr id="30" name="object 30"/>
          <p:cNvSpPr txBox="1"/>
          <p:nvPr/>
        </p:nvSpPr>
        <p:spPr>
          <a:xfrm>
            <a:off x="4221616" y="3599492"/>
            <a:ext cx="9564234" cy="15786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s-MX" sz="1100" b="1" dirty="0"/>
              <a:t>Objetivo del ejercicio</a:t>
            </a:r>
          </a:p>
          <a:p>
            <a:r>
              <a:rPr lang="es-MX" sz="1100" dirty="0"/>
              <a:t>En este laboratorio aprenderás 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dirty="0"/>
              <a:t>Descargar un conjunto de datos.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dirty="0"/>
              <a:t>Crear un </a:t>
            </a:r>
            <a:r>
              <a:rPr lang="es-MX" sz="1100" b="1" dirty="0" err="1"/>
              <a:t>Dataset</a:t>
            </a:r>
            <a:r>
              <a:rPr lang="es-MX" sz="1100" dirty="0"/>
              <a:t> en Azure Machine </a:t>
            </a:r>
            <a:r>
              <a:rPr lang="es-MX" sz="1100" dirty="0" err="1"/>
              <a:t>Learning</a:t>
            </a:r>
            <a:r>
              <a:rPr lang="es-MX" sz="11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dirty="0"/>
              <a:t>Entender qué es un </a:t>
            </a:r>
            <a:r>
              <a:rPr lang="es-MX" sz="1100" b="1" dirty="0" err="1"/>
              <a:t>Datastore</a:t>
            </a:r>
            <a:r>
              <a:rPr lang="es-MX" sz="11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dirty="0"/>
              <a:t>Explorar visualmente los datos antes de entrenar un modelo.</a:t>
            </a: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endParaRPr lang="es-CO" sz="11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endParaRPr lang="es-CO" sz="11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lang="es-CO" sz="1100" dirty="0">
                <a:latin typeface="Arial"/>
                <a:cs typeface="Arial"/>
              </a:rPr>
              <a:t>https://aka.ms/bike-rentals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27236" y="9958910"/>
            <a:ext cx="144145" cy="416559"/>
          </a:xfrm>
          <a:custGeom>
            <a:avLst/>
            <a:gdLst/>
            <a:ahLst/>
            <a:cxnLst/>
            <a:rect l="l" t="t" r="r" b="b"/>
            <a:pathLst>
              <a:path w="144144" h="416559">
                <a:moveTo>
                  <a:pt x="71924" y="0"/>
                </a:moveTo>
                <a:lnTo>
                  <a:pt x="43957" y="5661"/>
                </a:lnTo>
                <a:lnTo>
                  <a:pt x="21092" y="21092"/>
                </a:lnTo>
                <a:lnTo>
                  <a:pt x="5661" y="43957"/>
                </a:lnTo>
                <a:lnTo>
                  <a:pt x="0" y="71924"/>
                </a:lnTo>
                <a:lnTo>
                  <a:pt x="0" y="344125"/>
                </a:lnTo>
                <a:lnTo>
                  <a:pt x="5661" y="372096"/>
                </a:lnTo>
                <a:lnTo>
                  <a:pt x="21092" y="394961"/>
                </a:lnTo>
                <a:lnTo>
                  <a:pt x="43957" y="410389"/>
                </a:lnTo>
                <a:lnTo>
                  <a:pt x="71924" y="416050"/>
                </a:lnTo>
                <a:lnTo>
                  <a:pt x="99891" y="410389"/>
                </a:lnTo>
                <a:lnTo>
                  <a:pt x="122756" y="394961"/>
                </a:lnTo>
                <a:lnTo>
                  <a:pt x="129434" y="385066"/>
                </a:lnTo>
                <a:lnTo>
                  <a:pt x="71924" y="385066"/>
                </a:lnTo>
                <a:lnTo>
                  <a:pt x="56003" y="381845"/>
                </a:lnTo>
                <a:lnTo>
                  <a:pt x="42988" y="373065"/>
                </a:lnTo>
                <a:lnTo>
                  <a:pt x="34205" y="360051"/>
                </a:lnTo>
                <a:lnTo>
                  <a:pt x="30983" y="344125"/>
                </a:lnTo>
                <a:lnTo>
                  <a:pt x="30983" y="71924"/>
                </a:lnTo>
                <a:lnTo>
                  <a:pt x="34205" y="56003"/>
                </a:lnTo>
                <a:lnTo>
                  <a:pt x="42988" y="42988"/>
                </a:lnTo>
                <a:lnTo>
                  <a:pt x="56003" y="34205"/>
                </a:lnTo>
                <a:lnTo>
                  <a:pt x="71924" y="30983"/>
                </a:lnTo>
                <a:lnTo>
                  <a:pt x="129431" y="30983"/>
                </a:lnTo>
                <a:lnTo>
                  <a:pt x="122756" y="21092"/>
                </a:lnTo>
                <a:lnTo>
                  <a:pt x="99891" y="5661"/>
                </a:lnTo>
                <a:lnTo>
                  <a:pt x="71924" y="0"/>
                </a:lnTo>
                <a:close/>
              </a:path>
              <a:path w="144144" h="416559">
                <a:moveTo>
                  <a:pt x="129431" y="30983"/>
                </a:moveTo>
                <a:lnTo>
                  <a:pt x="71924" y="30983"/>
                </a:lnTo>
                <a:lnTo>
                  <a:pt x="87845" y="34205"/>
                </a:lnTo>
                <a:lnTo>
                  <a:pt x="100860" y="42988"/>
                </a:lnTo>
                <a:lnTo>
                  <a:pt x="109643" y="56003"/>
                </a:lnTo>
                <a:lnTo>
                  <a:pt x="112865" y="71924"/>
                </a:lnTo>
                <a:lnTo>
                  <a:pt x="112865" y="344125"/>
                </a:lnTo>
                <a:lnTo>
                  <a:pt x="109643" y="360051"/>
                </a:lnTo>
                <a:lnTo>
                  <a:pt x="100860" y="373065"/>
                </a:lnTo>
                <a:lnTo>
                  <a:pt x="87845" y="381845"/>
                </a:lnTo>
                <a:lnTo>
                  <a:pt x="71924" y="385066"/>
                </a:lnTo>
                <a:lnTo>
                  <a:pt x="129434" y="385066"/>
                </a:lnTo>
                <a:lnTo>
                  <a:pt x="138187" y="372096"/>
                </a:lnTo>
                <a:lnTo>
                  <a:pt x="143849" y="344125"/>
                </a:lnTo>
                <a:lnTo>
                  <a:pt x="143849" y="71924"/>
                </a:lnTo>
                <a:lnTo>
                  <a:pt x="138187" y="43957"/>
                </a:lnTo>
                <a:lnTo>
                  <a:pt x="129431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9045" y="9880986"/>
            <a:ext cx="761365" cy="761365"/>
          </a:xfrm>
          <a:custGeom>
            <a:avLst/>
            <a:gdLst/>
            <a:ahLst/>
            <a:cxnLst/>
            <a:rect l="l" t="t" r="r" b="b"/>
            <a:pathLst>
              <a:path w="761365" h="761365">
                <a:moveTo>
                  <a:pt x="380648" y="0"/>
                </a:moveTo>
                <a:lnTo>
                  <a:pt x="332966" y="2971"/>
                </a:lnTo>
                <a:lnTo>
                  <a:pt x="287034" y="11645"/>
                </a:lnTo>
                <a:lnTo>
                  <a:pt x="243209" y="25663"/>
                </a:lnTo>
                <a:lnTo>
                  <a:pt x="201852" y="44665"/>
                </a:lnTo>
                <a:lnTo>
                  <a:pt x="163323" y="68291"/>
                </a:lnTo>
                <a:lnTo>
                  <a:pt x="127979" y="96182"/>
                </a:lnTo>
                <a:lnTo>
                  <a:pt x="96182" y="127979"/>
                </a:lnTo>
                <a:lnTo>
                  <a:pt x="68291" y="163323"/>
                </a:lnTo>
                <a:lnTo>
                  <a:pt x="44665" y="201852"/>
                </a:lnTo>
                <a:lnTo>
                  <a:pt x="25663" y="243209"/>
                </a:lnTo>
                <a:lnTo>
                  <a:pt x="11645" y="287034"/>
                </a:lnTo>
                <a:lnTo>
                  <a:pt x="2971" y="332966"/>
                </a:lnTo>
                <a:lnTo>
                  <a:pt x="0" y="380648"/>
                </a:lnTo>
                <a:lnTo>
                  <a:pt x="2971" y="428327"/>
                </a:lnTo>
                <a:lnTo>
                  <a:pt x="11645" y="474258"/>
                </a:lnTo>
                <a:lnTo>
                  <a:pt x="25663" y="518080"/>
                </a:lnTo>
                <a:lnTo>
                  <a:pt x="44665" y="559436"/>
                </a:lnTo>
                <a:lnTo>
                  <a:pt x="68291" y="597965"/>
                </a:lnTo>
                <a:lnTo>
                  <a:pt x="96182" y="633307"/>
                </a:lnTo>
                <a:lnTo>
                  <a:pt x="127979" y="665103"/>
                </a:lnTo>
                <a:lnTo>
                  <a:pt x="163323" y="692994"/>
                </a:lnTo>
                <a:lnTo>
                  <a:pt x="201852" y="716620"/>
                </a:lnTo>
                <a:lnTo>
                  <a:pt x="243209" y="735622"/>
                </a:lnTo>
                <a:lnTo>
                  <a:pt x="287034" y="749640"/>
                </a:lnTo>
                <a:lnTo>
                  <a:pt x="332966" y="758314"/>
                </a:lnTo>
                <a:lnTo>
                  <a:pt x="380648" y="761285"/>
                </a:lnTo>
                <a:lnTo>
                  <a:pt x="428329" y="758314"/>
                </a:lnTo>
                <a:lnTo>
                  <a:pt x="474262" y="749640"/>
                </a:lnTo>
                <a:lnTo>
                  <a:pt x="518086" y="735622"/>
                </a:lnTo>
                <a:lnTo>
                  <a:pt x="529665" y="730302"/>
                </a:lnTo>
                <a:lnTo>
                  <a:pt x="380648" y="730302"/>
                </a:lnTo>
                <a:lnTo>
                  <a:pt x="333266" y="727104"/>
                </a:lnTo>
                <a:lnTo>
                  <a:pt x="287802" y="717790"/>
                </a:lnTo>
                <a:lnTo>
                  <a:pt x="244675" y="702781"/>
                </a:lnTo>
                <a:lnTo>
                  <a:pt x="204305" y="682495"/>
                </a:lnTo>
                <a:lnTo>
                  <a:pt x="167111" y="657353"/>
                </a:lnTo>
                <a:lnTo>
                  <a:pt x="133515" y="627775"/>
                </a:lnTo>
                <a:lnTo>
                  <a:pt x="103935" y="594180"/>
                </a:lnTo>
                <a:lnTo>
                  <a:pt x="78792" y="556988"/>
                </a:lnTo>
                <a:lnTo>
                  <a:pt x="58505" y="516619"/>
                </a:lnTo>
                <a:lnTo>
                  <a:pt x="43495" y="473493"/>
                </a:lnTo>
                <a:lnTo>
                  <a:pt x="34181" y="428029"/>
                </a:lnTo>
                <a:lnTo>
                  <a:pt x="30983" y="380648"/>
                </a:lnTo>
                <a:lnTo>
                  <a:pt x="34181" y="333264"/>
                </a:lnTo>
                <a:lnTo>
                  <a:pt x="43495" y="287798"/>
                </a:lnTo>
                <a:lnTo>
                  <a:pt x="58505" y="244670"/>
                </a:lnTo>
                <a:lnTo>
                  <a:pt x="78792" y="204300"/>
                </a:lnTo>
                <a:lnTo>
                  <a:pt x="103935" y="167107"/>
                </a:lnTo>
                <a:lnTo>
                  <a:pt x="133515" y="133511"/>
                </a:lnTo>
                <a:lnTo>
                  <a:pt x="167111" y="103932"/>
                </a:lnTo>
                <a:lnTo>
                  <a:pt x="204305" y="78790"/>
                </a:lnTo>
                <a:lnTo>
                  <a:pt x="244675" y="58504"/>
                </a:lnTo>
                <a:lnTo>
                  <a:pt x="287802" y="43494"/>
                </a:lnTo>
                <a:lnTo>
                  <a:pt x="333266" y="34181"/>
                </a:lnTo>
                <a:lnTo>
                  <a:pt x="380648" y="30983"/>
                </a:lnTo>
                <a:lnTo>
                  <a:pt x="529665" y="30983"/>
                </a:lnTo>
                <a:lnTo>
                  <a:pt x="518086" y="25663"/>
                </a:lnTo>
                <a:lnTo>
                  <a:pt x="474262" y="11645"/>
                </a:lnTo>
                <a:lnTo>
                  <a:pt x="428329" y="2971"/>
                </a:lnTo>
                <a:lnTo>
                  <a:pt x="380648" y="0"/>
                </a:lnTo>
                <a:close/>
              </a:path>
              <a:path w="761365" h="761365">
                <a:moveTo>
                  <a:pt x="529665" y="30983"/>
                </a:moveTo>
                <a:lnTo>
                  <a:pt x="380648" y="30983"/>
                </a:lnTo>
                <a:lnTo>
                  <a:pt x="428029" y="34181"/>
                </a:lnTo>
                <a:lnTo>
                  <a:pt x="473493" y="43494"/>
                </a:lnTo>
                <a:lnTo>
                  <a:pt x="516620" y="58504"/>
                </a:lnTo>
                <a:lnTo>
                  <a:pt x="556990" y="78790"/>
                </a:lnTo>
                <a:lnTo>
                  <a:pt x="594184" y="103932"/>
                </a:lnTo>
                <a:lnTo>
                  <a:pt x="627780" y="133511"/>
                </a:lnTo>
                <a:lnTo>
                  <a:pt x="657360" y="167107"/>
                </a:lnTo>
                <a:lnTo>
                  <a:pt x="682503" y="204300"/>
                </a:lnTo>
                <a:lnTo>
                  <a:pt x="702790" y="244670"/>
                </a:lnTo>
                <a:lnTo>
                  <a:pt x="717800" y="287798"/>
                </a:lnTo>
                <a:lnTo>
                  <a:pt x="727114" y="333264"/>
                </a:lnTo>
                <a:lnTo>
                  <a:pt x="730312" y="380648"/>
                </a:lnTo>
                <a:lnTo>
                  <a:pt x="727114" y="428029"/>
                </a:lnTo>
                <a:lnTo>
                  <a:pt x="717800" y="473493"/>
                </a:lnTo>
                <a:lnTo>
                  <a:pt x="702790" y="516619"/>
                </a:lnTo>
                <a:lnTo>
                  <a:pt x="682503" y="556988"/>
                </a:lnTo>
                <a:lnTo>
                  <a:pt x="657360" y="594180"/>
                </a:lnTo>
                <a:lnTo>
                  <a:pt x="627780" y="627775"/>
                </a:lnTo>
                <a:lnTo>
                  <a:pt x="594184" y="657353"/>
                </a:lnTo>
                <a:lnTo>
                  <a:pt x="556990" y="682495"/>
                </a:lnTo>
                <a:lnTo>
                  <a:pt x="516620" y="702781"/>
                </a:lnTo>
                <a:lnTo>
                  <a:pt x="473493" y="717790"/>
                </a:lnTo>
                <a:lnTo>
                  <a:pt x="428029" y="727104"/>
                </a:lnTo>
                <a:lnTo>
                  <a:pt x="380648" y="730302"/>
                </a:lnTo>
                <a:lnTo>
                  <a:pt x="529665" y="730302"/>
                </a:lnTo>
                <a:lnTo>
                  <a:pt x="597973" y="692994"/>
                </a:lnTo>
                <a:lnTo>
                  <a:pt x="633316" y="665103"/>
                </a:lnTo>
                <a:lnTo>
                  <a:pt x="665113" y="633307"/>
                </a:lnTo>
                <a:lnTo>
                  <a:pt x="693004" y="597965"/>
                </a:lnTo>
                <a:lnTo>
                  <a:pt x="716630" y="559436"/>
                </a:lnTo>
                <a:lnTo>
                  <a:pt x="735632" y="518080"/>
                </a:lnTo>
                <a:lnTo>
                  <a:pt x="749650" y="474258"/>
                </a:lnTo>
                <a:lnTo>
                  <a:pt x="758324" y="428327"/>
                </a:lnTo>
                <a:lnTo>
                  <a:pt x="761296" y="380648"/>
                </a:lnTo>
                <a:lnTo>
                  <a:pt x="758324" y="332966"/>
                </a:lnTo>
                <a:lnTo>
                  <a:pt x="749650" y="287034"/>
                </a:lnTo>
                <a:lnTo>
                  <a:pt x="735632" y="243209"/>
                </a:lnTo>
                <a:lnTo>
                  <a:pt x="716630" y="201852"/>
                </a:lnTo>
                <a:lnTo>
                  <a:pt x="693004" y="163323"/>
                </a:lnTo>
                <a:lnTo>
                  <a:pt x="665113" y="127979"/>
                </a:lnTo>
                <a:lnTo>
                  <a:pt x="633316" y="96182"/>
                </a:lnTo>
                <a:lnTo>
                  <a:pt x="597973" y="68291"/>
                </a:lnTo>
                <a:lnTo>
                  <a:pt x="559443" y="44665"/>
                </a:lnTo>
                <a:lnTo>
                  <a:pt x="529665" y="30983"/>
                </a:lnTo>
                <a:close/>
              </a:path>
            </a:pathLst>
          </a:custGeom>
          <a:solidFill>
            <a:srgbClr val="1F3D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22224" y="10398820"/>
            <a:ext cx="159345" cy="1593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7062450" y="6653256"/>
            <a:ext cx="2202149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4495" marR="5080" indent="-392430" algn="ctr">
              <a:lnSpc>
                <a:spcPct val="100000"/>
              </a:lnSpc>
              <a:spcBef>
                <a:spcPts val="90"/>
              </a:spcBef>
            </a:pPr>
            <a:r>
              <a:rPr lang="es-ES" sz="3200" spc="-45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36" name="Imagen 3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A431C801-66C0-EB41-B544-0B2E6FF93B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306" y="8432188"/>
            <a:ext cx="2726448" cy="1949410"/>
          </a:xfrm>
          <a:prstGeom prst="rect">
            <a:avLst/>
          </a:prstGeom>
        </p:spPr>
      </p:pic>
      <p:sp>
        <p:nvSpPr>
          <p:cNvPr id="37" name="object 21">
            <a:extLst>
              <a:ext uri="{FF2B5EF4-FFF2-40B4-BE49-F238E27FC236}">
                <a16:creationId xmlns:a16="http://schemas.microsoft.com/office/drawing/2014/main" id="{8BCC7C9F-8F70-B44F-8B0E-A840A43E7D48}"/>
              </a:ext>
            </a:extLst>
          </p:cNvPr>
          <p:cNvSpPr/>
          <p:nvPr/>
        </p:nvSpPr>
        <p:spPr>
          <a:xfrm rot="5400000">
            <a:off x="18383349" y="7114718"/>
            <a:ext cx="57702" cy="229174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2DC1C9B-5A73-5427-F73F-3CE1C0205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5002" y="5521094"/>
            <a:ext cx="9948367" cy="4018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16431" y="9204483"/>
            <a:ext cx="10187657" cy="2104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996592" y="10747173"/>
            <a:ext cx="3107690" cy="241935"/>
          </a:xfrm>
          <a:custGeom>
            <a:avLst/>
            <a:gdLst/>
            <a:ahLst/>
            <a:cxnLst/>
            <a:rect l="l" t="t" r="r" b="b"/>
            <a:pathLst>
              <a:path w="3107690" h="241934">
                <a:moveTo>
                  <a:pt x="3107506" y="0"/>
                </a:moveTo>
                <a:lnTo>
                  <a:pt x="0" y="0"/>
                </a:lnTo>
                <a:lnTo>
                  <a:pt x="56375" y="241636"/>
                </a:lnTo>
                <a:lnTo>
                  <a:pt x="3107506" y="241636"/>
                </a:lnTo>
                <a:lnTo>
                  <a:pt x="310750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24619" y="10687473"/>
            <a:ext cx="3279480" cy="527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159284" y="10734599"/>
            <a:ext cx="2806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Lago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con vista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87" y="9198904"/>
            <a:ext cx="10500995" cy="2110105"/>
          </a:xfrm>
          <a:custGeom>
            <a:avLst/>
            <a:gdLst/>
            <a:ahLst/>
            <a:cxnLst/>
            <a:rect l="l" t="t" r="r" b="b"/>
            <a:pathLst>
              <a:path w="10500995" h="2110104">
                <a:moveTo>
                  <a:pt x="10170381" y="0"/>
                </a:moveTo>
                <a:lnTo>
                  <a:pt x="0" y="8324"/>
                </a:lnTo>
                <a:lnTo>
                  <a:pt x="0" y="2109653"/>
                </a:lnTo>
                <a:lnTo>
                  <a:pt x="10500811" y="2109653"/>
                </a:lnTo>
                <a:lnTo>
                  <a:pt x="10170381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98903"/>
            <a:ext cx="10314963" cy="21096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16356" y="953137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29F481F-BB3A-5B47-AAD6-F35761F3C223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4" name="Imagen 23" descr="Imagen que contiene dibujo&#10;&#10;Descripción generada automáticamente">
            <a:extLst>
              <a:ext uri="{FF2B5EF4-FFF2-40B4-BE49-F238E27FC236}">
                <a16:creationId xmlns:a16="http://schemas.microsoft.com/office/drawing/2014/main" id="{6A1158DE-BFA0-E843-A446-AC9735247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84" y="9485053"/>
            <a:ext cx="4072296" cy="14858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45AA58-20EC-F93D-BD03-B84AAC44D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450" y="3813704"/>
            <a:ext cx="11365763" cy="195829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428A1FE-D1DA-7584-CEBF-225781DA9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9309" y="5994415"/>
            <a:ext cx="12885978" cy="285094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2210007-C263-AE83-D8D9-802627C31E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450" y="241052"/>
            <a:ext cx="7168647" cy="3406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0BF999-C370-AECB-3BA3-312E3657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0" y="777875"/>
            <a:ext cx="15683319" cy="39779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28D95F-DCBF-6C1C-01D3-8145E8535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650" y="4968875"/>
            <a:ext cx="14097000" cy="61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7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8BC00E7-0A9D-4EFD-CA72-24AB9CE83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6035675"/>
            <a:ext cx="7138950" cy="481632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830F3E9-9C09-C880-850D-291FDB6FB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701675"/>
            <a:ext cx="10386960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4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4DE1BB-4317-FE30-372A-D8134C50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503706"/>
            <a:ext cx="14059656" cy="51695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3FCCF61-19ED-5645-4C9A-21F263C17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50" y="5197475"/>
            <a:ext cx="12196556" cy="591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61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92133" y="9177280"/>
            <a:ext cx="10011966" cy="2131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26757" y="10837671"/>
            <a:ext cx="1277620" cy="241935"/>
          </a:xfrm>
          <a:custGeom>
            <a:avLst/>
            <a:gdLst/>
            <a:ahLst/>
            <a:cxnLst/>
            <a:rect l="l" t="t" r="r" b="b"/>
            <a:pathLst>
              <a:path w="1277619" h="241934">
                <a:moveTo>
                  <a:pt x="1277343" y="0"/>
                </a:moveTo>
                <a:lnTo>
                  <a:pt x="0" y="0"/>
                </a:lnTo>
                <a:lnTo>
                  <a:pt x="0" y="239"/>
                </a:lnTo>
                <a:lnTo>
                  <a:pt x="31381" y="241634"/>
                </a:lnTo>
                <a:lnTo>
                  <a:pt x="1277343" y="241634"/>
                </a:lnTo>
                <a:lnTo>
                  <a:pt x="127734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84384" y="10771447"/>
            <a:ext cx="2419716" cy="537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970902" y="10817697"/>
            <a:ext cx="925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Puente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gris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145" y="9167941"/>
            <a:ext cx="10511155" cy="2136775"/>
          </a:xfrm>
          <a:custGeom>
            <a:avLst/>
            <a:gdLst/>
            <a:ahLst/>
            <a:cxnLst/>
            <a:rect l="l" t="t" r="r" b="b"/>
            <a:pathLst>
              <a:path w="10511155" h="2136775">
                <a:moveTo>
                  <a:pt x="10170370" y="0"/>
                </a:moveTo>
                <a:lnTo>
                  <a:pt x="0" y="8376"/>
                </a:lnTo>
                <a:lnTo>
                  <a:pt x="0" y="2136175"/>
                </a:lnTo>
                <a:lnTo>
                  <a:pt x="10510842" y="2127799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67941"/>
            <a:ext cx="10325989" cy="2140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22596" y="9500403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83266" y="542146"/>
            <a:ext cx="17674584" cy="181844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lang="es-CO" dirty="0"/>
              <a:t>Entrenamiento Automático de Modelos </a:t>
            </a:r>
            <a:br>
              <a:rPr lang="es-CO" dirty="0"/>
            </a:br>
            <a:r>
              <a:rPr lang="es-CO" sz="4750" spc="-380" dirty="0">
                <a:solidFill>
                  <a:srgbClr val="58595B"/>
                </a:solidFill>
              </a:rPr>
              <a:t>(</a:t>
            </a:r>
            <a:r>
              <a:rPr lang="es-CO" sz="4750" spc="-380" dirty="0" err="1">
                <a:solidFill>
                  <a:srgbClr val="58595B"/>
                </a:solidFill>
              </a:rPr>
              <a:t>AutoML</a:t>
            </a:r>
            <a:r>
              <a:rPr lang="es-CO" sz="4750" spc="-380" dirty="0">
                <a:solidFill>
                  <a:srgbClr val="58595B"/>
                </a:solidFill>
              </a:rPr>
              <a:t>)</a:t>
            </a:r>
            <a:endParaRPr sz="4750" dirty="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5DAD32E0-62B7-3543-91C1-E05DCDC80582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4C5DA16-6EA1-154A-A1C0-8F831A072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34" y="9480718"/>
            <a:ext cx="4072296" cy="148583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62378D4-9153-C866-008D-36D4C745AFE0}"/>
              </a:ext>
            </a:extLst>
          </p:cNvPr>
          <p:cNvSpPr txBox="1"/>
          <p:nvPr/>
        </p:nvSpPr>
        <p:spPr>
          <a:xfrm>
            <a:off x="984250" y="3806484"/>
            <a:ext cx="17221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r>
              <a:rPr lang="es-MX" b="1" dirty="0"/>
              <a:t>Objetivo:</a:t>
            </a:r>
            <a:r>
              <a:rPr lang="es-MX" dirty="0"/>
              <a:t> Utilizar </a:t>
            </a:r>
            <a:r>
              <a:rPr lang="es-MX" b="1" dirty="0"/>
              <a:t>Azure Machine </a:t>
            </a:r>
            <a:r>
              <a:rPr lang="es-MX" b="1" dirty="0" err="1"/>
              <a:t>Learning</a:t>
            </a:r>
            <a:r>
              <a:rPr lang="es-MX" b="1" dirty="0"/>
              <a:t> </a:t>
            </a:r>
            <a:r>
              <a:rPr lang="es-MX" b="1" dirty="0" err="1"/>
              <a:t>Automated</a:t>
            </a:r>
            <a:r>
              <a:rPr lang="es-MX" b="1" dirty="0"/>
              <a:t> ML</a:t>
            </a:r>
            <a:r>
              <a:rPr lang="es-MX" dirty="0"/>
              <a:t> para entrenar automáticamente un modelo de </a:t>
            </a:r>
            <a:r>
              <a:rPr lang="es-MX" b="1" dirty="0"/>
              <a:t>regresión</a:t>
            </a:r>
            <a:r>
              <a:rPr lang="es-MX" dirty="0"/>
              <a:t> que prediga el número de alquileres de bicicletas.</a:t>
            </a:r>
          </a:p>
          <a:p>
            <a:r>
              <a:rPr lang="es-MX" b="1" dirty="0"/>
              <a:t>Actividades principales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Crear un experimento de </a:t>
            </a:r>
            <a:r>
              <a:rPr lang="es-MX" b="1" dirty="0" err="1"/>
              <a:t>Automated</a:t>
            </a:r>
            <a:r>
              <a:rPr lang="es-MX" b="1" dirty="0"/>
              <a:t> ML</a:t>
            </a:r>
            <a:r>
              <a:rPr lang="es-MX" dirty="0"/>
              <a:t> utilizando el </a:t>
            </a:r>
            <a:r>
              <a:rPr lang="es-MX" dirty="0" err="1"/>
              <a:t>dataset</a:t>
            </a:r>
            <a:r>
              <a:rPr lang="es-MX" dirty="0"/>
              <a:t> </a:t>
            </a:r>
            <a:r>
              <a:rPr lang="es-MX" b="1" dirty="0" err="1"/>
              <a:t>bike-rentals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Configurar la variable objetivo (</a:t>
            </a:r>
            <a:r>
              <a:rPr lang="es-MX" b="1" dirty="0" err="1"/>
              <a:t>rentals</a:t>
            </a:r>
            <a:r>
              <a:rPr lang="es-MX" dirty="0"/>
              <a:t>) y el clúster de cómputo.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Restringir los algoritmos a </a:t>
            </a:r>
            <a:r>
              <a:rPr lang="es-MX" b="1" dirty="0" err="1"/>
              <a:t>Random</a:t>
            </a:r>
            <a:r>
              <a:rPr lang="es-MX" b="1" dirty="0"/>
              <a:t> Forest</a:t>
            </a:r>
            <a:r>
              <a:rPr lang="es-MX" dirty="0"/>
              <a:t> y </a:t>
            </a:r>
            <a:r>
              <a:rPr lang="es-MX" b="1" dirty="0" err="1"/>
              <a:t>LightGBM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Ejecutar múltiples entrenamientos automáticos y comparar su desempeño.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Seleccionar el mejor modelo según la métrica </a:t>
            </a:r>
            <a:r>
              <a:rPr lang="es-MX" b="1" dirty="0" err="1"/>
              <a:t>Normalized</a:t>
            </a:r>
            <a:r>
              <a:rPr lang="es-MX" b="1" dirty="0"/>
              <a:t> </a:t>
            </a:r>
            <a:r>
              <a:rPr lang="es-MX" b="1" dirty="0" err="1"/>
              <a:t>Root</a:t>
            </a:r>
            <a:r>
              <a:rPr lang="es-MX" b="1" dirty="0"/>
              <a:t> Mean Square Error (NRMSE)</a:t>
            </a:r>
            <a:r>
              <a:rPr lang="es-MX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Analizar métricas de evaluación, gráficos de predicción vs. valores reales, distribución de errores e importancia de las variables. </a:t>
            </a:r>
          </a:p>
          <a:p>
            <a:r>
              <a:rPr lang="es-MX" b="1" dirty="0"/>
              <a:t>Resultado esperado:</a:t>
            </a:r>
            <a:r>
              <a:rPr lang="es-MX" dirty="0"/>
              <a:t> Obtener el modelo con mejor desempeño y comprender qué variables tienen mayor influencia en las predicciones.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697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E683EF7-5EF2-0D35-AED7-4283D004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723724"/>
            <a:ext cx="10199996" cy="401655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3155CC-3F9B-93ED-14A6-9028A796D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39" y="5121275"/>
            <a:ext cx="12665538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86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B5996-5144-E43E-7673-815D37824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50" y="36494"/>
            <a:ext cx="10877589" cy="489251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0ECA087-C7E0-C3A2-9DF2-A494412A0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450" y="5349875"/>
            <a:ext cx="13915603" cy="50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2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3623E32-2E96-464C-4B52-7A269F210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50" y="876145"/>
            <a:ext cx="8763000" cy="61501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F8BE8E-8C98-9F9A-ABC5-8CCD0FC0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0" y="5807075"/>
            <a:ext cx="12436918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5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62CE51-680F-39F2-E315-D82E10E2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244475"/>
            <a:ext cx="8672312" cy="899237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5C689D2-D01B-C3C1-59C1-65E7F95B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250" y="3428973"/>
            <a:ext cx="12711262" cy="763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52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4055CD9-0786-E3DB-5FFF-627849CC4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158875"/>
            <a:ext cx="17527519" cy="31778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E32810-1400-1FEC-43F0-50C0F4D70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" y="4968875"/>
            <a:ext cx="11484335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9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3EC404-9021-DEED-04D3-1E7EAF52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375" y="1855776"/>
            <a:ext cx="16727350" cy="759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9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B83467-872C-D847-D6F7-1962BB04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304698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s-MX" dirty="0"/>
              <a:t>Métrica principal (NRMSE)</a:t>
            </a:r>
            <a:r>
              <a:rPr lang="es-MX" dirty="0" err="1"/>
              <a:t>Normalized</a:t>
            </a:r>
            <a:r>
              <a:rPr lang="es-MX" dirty="0"/>
              <a:t> </a:t>
            </a:r>
            <a:r>
              <a:rPr lang="es-MX" dirty="0" err="1"/>
              <a:t>Root</a:t>
            </a:r>
            <a:r>
              <a:rPr lang="es-MX" dirty="0"/>
              <a:t> Mean </a:t>
            </a:r>
            <a:r>
              <a:rPr lang="es-MX" dirty="0" err="1"/>
              <a:t>Squared</a:t>
            </a:r>
            <a:r>
              <a:rPr lang="es-MX" dirty="0"/>
              <a:t> Error = 0.07964✅ Es la métrica utilizada para seleccionar el mejor modelo.✅ Mientras más cercana a 0, mejor.✅ Se obtuvo un valor menor a 0.08, por lo que el experimento cumplió el criterio de parada establecido.2. R² ScoreR² = 0.8305Esto significa que el modelo explica aproximadamente el 83 % de la variabilidad en la cantidad de bicicletas </a:t>
            </a:r>
            <a:r>
              <a:rPr lang="es-MX" dirty="0" err="1"/>
              <a:t>alquiladas.Como</a:t>
            </a:r>
            <a:r>
              <a:rPr lang="es-MX" dirty="0"/>
              <a:t> regla general:1.0 → Perfecto.0.8 → Muy buen modelo.0 → No explica la variabilidad.3. </a:t>
            </a:r>
            <a:r>
              <a:rPr lang="es-MX" dirty="0" err="1"/>
              <a:t>Predicted</a:t>
            </a:r>
            <a:r>
              <a:rPr lang="es-MX" dirty="0"/>
              <a:t> vs </a:t>
            </a:r>
            <a:r>
              <a:rPr lang="es-MX" dirty="0" err="1"/>
              <a:t>TrueLa</a:t>
            </a:r>
            <a:r>
              <a:rPr lang="es-MX" dirty="0"/>
              <a:t> gráfica inferior izquierda </a:t>
            </a:r>
            <a:r>
              <a:rPr lang="es-MX" dirty="0" err="1"/>
              <a:t>muestra:La</a:t>
            </a:r>
            <a:r>
              <a:rPr lang="es-MX" dirty="0"/>
              <a:t> línea azul (predicción promedio) sigue muy de cerca la línea </a:t>
            </a:r>
            <a:r>
              <a:rPr lang="es-MX" dirty="0" err="1"/>
              <a:t>ideal.Esto</a:t>
            </a:r>
            <a:r>
              <a:rPr lang="es-MX" dirty="0"/>
              <a:t> indica que las predicciones son bastante similares a los valores </a:t>
            </a:r>
            <a:r>
              <a:rPr lang="es-MX" dirty="0" err="1"/>
              <a:t>reales.Interpretación</a:t>
            </a:r>
            <a:r>
              <a:rPr lang="es-MX" dirty="0"/>
              <a:t>: El modelo tiene una buena capacidad predictiva.4. Residual </a:t>
            </a:r>
            <a:r>
              <a:rPr lang="es-MX" dirty="0" err="1"/>
              <a:t>HistogramLa</a:t>
            </a:r>
            <a:r>
              <a:rPr lang="es-MX" dirty="0"/>
              <a:t> gráfica inferior derecha muestra los errores del </a:t>
            </a:r>
            <a:r>
              <a:rPr lang="es-MX" dirty="0" err="1"/>
              <a:t>modelo.Se</a:t>
            </a:r>
            <a:r>
              <a:rPr lang="es-MX" dirty="0"/>
              <a:t> observa </a:t>
            </a:r>
            <a:r>
              <a:rPr lang="es-MX" dirty="0" err="1"/>
              <a:t>que:La</a:t>
            </a:r>
            <a:r>
              <a:rPr lang="es-MX" dirty="0"/>
              <a:t> mayoría de los residuos están concentrados alrededor de 0.Hay pocos errores </a:t>
            </a:r>
            <a:r>
              <a:rPr lang="es-MX" dirty="0" err="1"/>
              <a:t>extremos.Interpretación</a:t>
            </a:r>
            <a:r>
              <a:rPr lang="es-MX" dirty="0"/>
              <a:t>: El modelo comete errores pequeños en la mayoría de los casos.5. Otras </a:t>
            </a:r>
            <a:r>
              <a:rPr lang="es-MX" dirty="0" err="1"/>
              <a:t>métricasMAE</a:t>
            </a:r>
            <a:r>
              <a:rPr lang="es-MX" dirty="0"/>
              <a:t> = 177.74 → Error absoluto </a:t>
            </a:r>
            <a:r>
              <a:rPr lang="es-MX" dirty="0" err="1"/>
              <a:t>promedio.RMSE</a:t>
            </a:r>
            <a:r>
              <a:rPr lang="es-MX" dirty="0"/>
              <a:t> = 271.41 → Penaliza más los errores </a:t>
            </a:r>
            <a:r>
              <a:rPr lang="es-MX" dirty="0" err="1"/>
              <a:t>grandes.Explained</a:t>
            </a:r>
            <a:r>
              <a:rPr lang="es-MX" dirty="0"/>
              <a:t> </a:t>
            </a:r>
            <a:r>
              <a:rPr lang="es-MX" dirty="0" err="1"/>
              <a:t>Variance</a:t>
            </a:r>
            <a:r>
              <a:rPr lang="es-MX" dirty="0"/>
              <a:t> = 0.832 → El modelo explica aproximadamente el 83 % de la variación de los </a:t>
            </a:r>
            <a:r>
              <a:rPr lang="es-MX" dirty="0" err="1"/>
              <a:t>datos.Conclusión</a:t>
            </a:r>
            <a:r>
              <a:rPr lang="es-MX" dirty="0"/>
              <a:t> para la </a:t>
            </a:r>
            <a:r>
              <a:rPr lang="es-MX" dirty="0" err="1"/>
              <a:t>diapositivaEl</a:t>
            </a:r>
            <a:r>
              <a:rPr lang="es-MX" dirty="0"/>
              <a:t> modelo entrenado mediante </a:t>
            </a:r>
            <a:r>
              <a:rPr lang="es-MX" dirty="0" err="1"/>
              <a:t>AutoML</a:t>
            </a:r>
            <a:r>
              <a:rPr lang="es-MX" dirty="0"/>
              <a:t> alcanzó un NRMSE de 0.0796 y un R² de 0.83, indicando un buen desempeño predictivo. Las gráficas </a:t>
            </a:r>
            <a:r>
              <a:rPr lang="es-MX" dirty="0" err="1"/>
              <a:t>Predicted</a:t>
            </a:r>
            <a:r>
              <a:rPr lang="es-MX" dirty="0"/>
              <a:t> vs True muestran una alta correlación entre valores reales y predichos, mientras que el histograma de residuos evidencia que la mayoría de los errores son pequeños y se concentran alrededor de cero.</a:t>
            </a:r>
          </a:p>
          <a:p>
            <a:pPr marL="342900" indent="-342900">
              <a:buAutoNum type="arabicPeriod"/>
            </a:pPr>
            <a:endParaRPr lang="es-MX" dirty="0"/>
          </a:p>
          <a:p>
            <a:pPr marL="342900" indent="-342900"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46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E282C8F-3753-86BD-FAB6-6149A0C6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0" y="1463675"/>
            <a:ext cx="10745131" cy="524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75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6BE2FE-1DD5-D45D-8D3A-DC736B2B2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2769989"/>
          </a:xfrm>
        </p:spPr>
        <p:txBody>
          <a:bodyPr/>
          <a:lstStyle/>
          <a:p>
            <a:r>
              <a:rPr lang="es-MX" b="1" dirty="0"/>
              <a:t>Lo completado!!</a:t>
            </a:r>
          </a:p>
          <a:p>
            <a:r>
              <a:rPr lang="es-MX" dirty="0"/>
              <a:t>Has realizado exitosamente todo el flujo de </a:t>
            </a:r>
            <a:r>
              <a:rPr lang="es-MX" dirty="0" err="1"/>
              <a:t>AutoML</a:t>
            </a:r>
            <a:r>
              <a:rPr lang="es-MX" dirty="0"/>
              <a:t>:</a:t>
            </a:r>
          </a:p>
          <a:p>
            <a:pPr>
              <a:buFont typeface="+mj-lt"/>
              <a:buAutoNum type="arabicPeriod"/>
            </a:pPr>
            <a:r>
              <a:rPr lang="es-MX" dirty="0"/>
              <a:t>Crear </a:t>
            </a:r>
            <a:r>
              <a:rPr lang="es-MX" dirty="0" err="1"/>
              <a:t>Workspace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Crear el </a:t>
            </a:r>
            <a:r>
              <a:rPr lang="es-MX" dirty="0" err="1"/>
              <a:t>MLTable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Configurar </a:t>
            </a:r>
            <a:r>
              <a:rPr lang="es-MX" dirty="0" err="1"/>
              <a:t>AutoML</a:t>
            </a:r>
            <a:r>
              <a:rPr lang="es-MX" dirty="0"/>
              <a:t>. </a:t>
            </a:r>
          </a:p>
          <a:p>
            <a:pPr>
              <a:buFont typeface="+mj-lt"/>
              <a:buAutoNum type="arabicPeriod"/>
            </a:pPr>
            <a:r>
              <a:rPr lang="es-MX" dirty="0"/>
              <a:t>Entrenar un modelo de regresión. 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Seleccionar automáticamente el mejor algoritmo. </a:t>
            </a:r>
          </a:p>
          <a:p>
            <a:pPr>
              <a:buFont typeface="+mj-lt"/>
              <a:buAutoNum type="arabicPeriod"/>
            </a:pPr>
            <a:r>
              <a:rPr lang="es-MX" dirty="0"/>
              <a:t>Revisar métricas. </a:t>
            </a:r>
          </a:p>
          <a:p>
            <a:pPr>
              <a:buFont typeface="+mj-lt"/>
              <a:buAutoNum type="arabicPeriod"/>
            </a:pPr>
            <a:r>
              <a:rPr lang="es-MX" dirty="0"/>
              <a:t>Revisar el modelo generado.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787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11CC421-2A30-9486-A265-16A97FA9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93" y="1474743"/>
            <a:ext cx="17230313" cy="83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5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5A84C06-CC3D-6E74-D58D-9B56E460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93" y="1268985"/>
            <a:ext cx="17230313" cy="87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85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7">
            <a:extLst>
              <a:ext uri="{FF2B5EF4-FFF2-40B4-BE49-F238E27FC236}">
                <a16:creationId xmlns:a16="http://schemas.microsoft.com/office/drawing/2014/main" id="{2ED02FF1-9043-2645-9F3A-B25A287E96BC}"/>
              </a:ext>
            </a:extLst>
          </p:cNvPr>
          <p:cNvSpPr/>
          <p:nvPr/>
        </p:nvSpPr>
        <p:spPr>
          <a:xfrm>
            <a:off x="109289" y="-45380"/>
            <a:ext cx="10488930" cy="2029777"/>
          </a:xfrm>
          <a:custGeom>
            <a:avLst/>
            <a:gdLst/>
            <a:ahLst/>
            <a:cxnLst/>
            <a:rect l="l" t="t" r="r" b="b"/>
            <a:pathLst>
              <a:path w="10488930" h="2138680">
                <a:moveTo>
                  <a:pt x="10162109" y="0"/>
                </a:moveTo>
                <a:lnTo>
                  <a:pt x="0" y="0"/>
                </a:lnTo>
                <a:lnTo>
                  <a:pt x="0" y="2138060"/>
                </a:lnTo>
                <a:lnTo>
                  <a:pt x="10488424" y="2138060"/>
                </a:lnTo>
                <a:lnTo>
                  <a:pt x="1016210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1280" y="-45379"/>
            <a:ext cx="10215730" cy="2040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16608" y="259644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895276" y="-45379"/>
            <a:ext cx="5208823" cy="20184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986437" y="1605548"/>
            <a:ext cx="1118235" cy="241935"/>
          </a:xfrm>
          <a:custGeom>
            <a:avLst/>
            <a:gdLst/>
            <a:ahLst/>
            <a:cxnLst/>
            <a:rect l="l" t="t" r="r" b="b"/>
            <a:pathLst>
              <a:path w="1118234" h="241935">
                <a:moveTo>
                  <a:pt x="1117662" y="0"/>
                </a:moveTo>
                <a:lnTo>
                  <a:pt x="0" y="0"/>
                </a:lnTo>
                <a:lnTo>
                  <a:pt x="31412" y="241636"/>
                </a:lnTo>
                <a:lnTo>
                  <a:pt x="1117662" y="241636"/>
                </a:lnTo>
                <a:lnTo>
                  <a:pt x="111766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669519" y="1540110"/>
            <a:ext cx="2434580" cy="4765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115433" y="1586972"/>
            <a:ext cx="767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094169" y="-69060"/>
            <a:ext cx="5064683" cy="2050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31908" y="140994"/>
            <a:ext cx="1755775" cy="241935"/>
          </a:xfrm>
          <a:custGeom>
            <a:avLst/>
            <a:gdLst/>
            <a:ahLst/>
            <a:cxnLst/>
            <a:rect l="l" t="t" r="r" b="b"/>
            <a:pathLst>
              <a:path w="1755775" h="241935">
                <a:moveTo>
                  <a:pt x="1713413" y="0"/>
                </a:moveTo>
                <a:lnTo>
                  <a:pt x="0" y="0"/>
                </a:lnTo>
                <a:lnTo>
                  <a:pt x="31412" y="241636"/>
                </a:lnTo>
                <a:lnTo>
                  <a:pt x="1755297" y="241636"/>
                </a:lnTo>
                <a:lnTo>
                  <a:pt x="171341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67572" y="75021"/>
            <a:ext cx="2430073" cy="5402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358233" y="122424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24031" y="2441342"/>
            <a:ext cx="3056255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900" b="1" spc="-600" dirty="0">
                <a:solidFill>
                  <a:srgbClr val="1F3D6F"/>
                </a:solidFill>
                <a:latin typeface="Arial"/>
                <a:cs typeface="Arial"/>
              </a:rPr>
              <a:t>Título</a:t>
            </a:r>
            <a:endParaRPr sz="99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02695" y="5142203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90756" y="7899397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83544" y="5032280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83544" y="8129568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69275" y="4794113"/>
            <a:ext cx="2503170" cy="2477135"/>
          </a:xfrm>
          <a:custGeom>
            <a:avLst/>
            <a:gdLst/>
            <a:ahLst/>
            <a:cxnLst/>
            <a:rect l="l" t="t" r="r" b="b"/>
            <a:pathLst>
              <a:path w="2503170" h="2477134">
                <a:moveTo>
                  <a:pt x="2502866" y="0"/>
                </a:moveTo>
                <a:lnTo>
                  <a:pt x="705444" y="0"/>
                </a:lnTo>
                <a:lnTo>
                  <a:pt x="657146" y="1627"/>
                </a:lnTo>
                <a:lnTo>
                  <a:pt x="609721" y="6439"/>
                </a:lnTo>
                <a:lnTo>
                  <a:pt x="563274" y="14332"/>
                </a:lnTo>
                <a:lnTo>
                  <a:pt x="517911" y="25199"/>
                </a:lnTo>
                <a:lnTo>
                  <a:pt x="473736" y="38936"/>
                </a:lnTo>
                <a:lnTo>
                  <a:pt x="430855" y="55438"/>
                </a:lnTo>
                <a:lnTo>
                  <a:pt x="389373" y="74599"/>
                </a:lnTo>
                <a:lnTo>
                  <a:pt x="349395" y="96315"/>
                </a:lnTo>
                <a:lnTo>
                  <a:pt x="311026" y="120480"/>
                </a:lnTo>
                <a:lnTo>
                  <a:pt x="274370" y="146990"/>
                </a:lnTo>
                <a:lnTo>
                  <a:pt x="239534" y="175739"/>
                </a:lnTo>
                <a:lnTo>
                  <a:pt x="206621" y="206623"/>
                </a:lnTo>
                <a:lnTo>
                  <a:pt x="175738" y="239535"/>
                </a:lnTo>
                <a:lnTo>
                  <a:pt x="146989" y="274372"/>
                </a:lnTo>
                <a:lnTo>
                  <a:pt x="120480" y="311028"/>
                </a:lnTo>
                <a:lnTo>
                  <a:pt x="96315" y="349398"/>
                </a:lnTo>
                <a:lnTo>
                  <a:pt x="74599" y="389377"/>
                </a:lnTo>
                <a:lnTo>
                  <a:pt x="55438" y="430860"/>
                </a:lnTo>
                <a:lnTo>
                  <a:pt x="38936" y="473742"/>
                </a:lnTo>
                <a:lnTo>
                  <a:pt x="25199" y="517917"/>
                </a:lnTo>
                <a:lnTo>
                  <a:pt x="14332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7"/>
                </a:lnTo>
                <a:lnTo>
                  <a:pt x="2228493" y="2330117"/>
                </a:lnTo>
                <a:lnTo>
                  <a:pt x="2263330" y="2301369"/>
                </a:lnTo>
                <a:lnTo>
                  <a:pt x="2296242" y="2270485"/>
                </a:lnTo>
                <a:lnTo>
                  <a:pt x="2327126" y="2237573"/>
                </a:lnTo>
                <a:lnTo>
                  <a:pt x="2355875" y="2202737"/>
                </a:lnTo>
                <a:lnTo>
                  <a:pt x="2382385" y="2166081"/>
                </a:lnTo>
                <a:lnTo>
                  <a:pt x="2406550" y="2127712"/>
                </a:lnTo>
                <a:lnTo>
                  <a:pt x="2428266" y="2087733"/>
                </a:lnTo>
                <a:lnTo>
                  <a:pt x="2447427" y="2046251"/>
                </a:lnTo>
                <a:lnTo>
                  <a:pt x="2463929" y="2003370"/>
                </a:lnTo>
                <a:lnTo>
                  <a:pt x="2477666" y="1959196"/>
                </a:lnTo>
                <a:lnTo>
                  <a:pt x="2488533" y="1913833"/>
                </a:lnTo>
                <a:lnTo>
                  <a:pt x="2496426" y="1867386"/>
                </a:lnTo>
                <a:lnTo>
                  <a:pt x="2501238" y="1819961"/>
                </a:lnTo>
                <a:lnTo>
                  <a:pt x="2502866" y="1771663"/>
                </a:lnTo>
                <a:lnTo>
                  <a:pt x="2502866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60868" y="4793614"/>
            <a:ext cx="1911350" cy="2482215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87" y="2477610"/>
                </a:lnTo>
                <a:lnTo>
                  <a:pt x="1569931" y="2481704"/>
                </a:lnTo>
                <a:lnTo>
                  <a:pt x="1616194" y="2478679"/>
                </a:lnTo>
                <a:lnTo>
                  <a:pt x="1660582" y="2469418"/>
                </a:lnTo>
                <a:lnTo>
                  <a:pt x="1702686" y="2454345"/>
                </a:lnTo>
                <a:lnTo>
                  <a:pt x="1742096" y="2433885"/>
                </a:lnTo>
                <a:lnTo>
                  <a:pt x="1778403" y="2408463"/>
                </a:lnTo>
                <a:lnTo>
                  <a:pt x="1811197" y="2378506"/>
                </a:lnTo>
                <a:lnTo>
                  <a:pt x="1840069" y="2344437"/>
                </a:lnTo>
                <a:lnTo>
                  <a:pt x="1864610" y="2306682"/>
                </a:lnTo>
                <a:lnTo>
                  <a:pt x="1884410" y="2265666"/>
                </a:lnTo>
                <a:lnTo>
                  <a:pt x="1899060" y="2221815"/>
                </a:lnTo>
                <a:lnTo>
                  <a:pt x="1908150" y="2175553"/>
                </a:lnTo>
                <a:lnTo>
                  <a:pt x="1911271" y="2127306"/>
                </a:lnTo>
                <a:lnTo>
                  <a:pt x="1911271" y="171765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69273" y="4793618"/>
            <a:ext cx="2347595" cy="241427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46"/>
                </a:lnTo>
                <a:lnTo>
                  <a:pt x="0" y="2413790"/>
                </a:lnTo>
                <a:lnTo>
                  <a:pt x="2347164" y="49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846030" y="4794113"/>
            <a:ext cx="2503170" cy="2477135"/>
          </a:xfrm>
          <a:custGeom>
            <a:avLst/>
            <a:gdLst/>
            <a:ahLst/>
            <a:cxnLst/>
            <a:rect l="l" t="t" r="r" b="b"/>
            <a:pathLst>
              <a:path w="2503169" h="2477134">
                <a:moveTo>
                  <a:pt x="2502866" y="0"/>
                </a:moveTo>
                <a:lnTo>
                  <a:pt x="705454" y="0"/>
                </a:lnTo>
                <a:lnTo>
                  <a:pt x="657155" y="1627"/>
                </a:lnTo>
                <a:lnTo>
                  <a:pt x="609729" y="6439"/>
                </a:lnTo>
                <a:lnTo>
                  <a:pt x="563281" y="14332"/>
                </a:lnTo>
                <a:lnTo>
                  <a:pt x="517917" y="25199"/>
                </a:lnTo>
                <a:lnTo>
                  <a:pt x="473742" y="38936"/>
                </a:lnTo>
                <a:lnTo>
                  <a:pt x="430860" y="55438"/>
                </a:lnTo>
                <a:lnTo>
                  <a:pt x="389377" y="74599"/>
                </a:lnTo>
                <a:lnTo>
                  <a:pt x="349398" y="96315"/>
                </a:lnTo>
                <a:lnTo>
                  <a:pt x="311028" y="120480"/>
                </a:lnTo>
                <a:lnTo>
                  <a:pt x="274372" y="146990"/>
                </a:lnTo>
                <a:lnTo>
                  <a:pt x="239535" y="175739"/>
                </a:lnTo>
                <a:lnTo>
                  <a:pt x="206623" y="206623"/>
                </a:lnTo>
                <a:lnTo>
                  <a:pt x="175739" y="239535"/>
                </a:lnTo>
                <a:lnTo>
                  <a:pt x="146990" y="274372"/>
                </a:lnTo>
                <a:lnTo>
                  <a:pt x="120480" y="311028"/>
                </a:lnTo>
                <a:lnTo>
                  <a:pt x="96315" y="349398"/>
                </a:lnTo>
                <a:lnTo>
                  <a:pt x="74599" y="389377"/>
                </a:lnTo>
                <a:lnTo>
                  <a:pt x="55438" y="430860"/>
                </a:lnTo>
                <a:lnTo>
                  <a:pt x="38936" y="473742"/>
                </a:lnTo>
                <a:lnTo>
                  <a:pt x="25199" y="517917"/>
                </a:lnTo>
                <a:lnTo>
                  <a:pt x="14332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7"/>
                </a:lnTo>
                <a:lnTo>
                  <a:pt x="2228493" y="2330117"/>
                </a:lnTo>
                <a:lnTo>
                  <a:pt x="2263330" y="2301369"/>
                </a:lnTo>
                <a:lnTo>
                  <a:pt x="2296242" y="2270485"/>
                </a:lnTo>
                <a:lnTo>
                  <a:pt x="2327126" y="2237573"/>
                </a:lnTo>
                <a:lnTo>
                  <a:pt x="2355875" y="2202737"/>
                </a:lnTo>
                <a:lnTo>
                  <a:pt x="2382385" y="2166081"/>
                </a:lnTo>
                <a:lnTo>
                  <a:pt x="2406550" y="2127712"/>
                </a:lnTo>
                <a:lnTo>
                  <a:pt x="2428266" y="2087733"/>
                </a:lnTo>
                <a:lnTo>
                  <a:pt x="2447427" y="2046251"/>
                </a:lnTo>
                <a:lnTo>
                  <a:pt x="2463929" y="2003370"/>
                </a:lnTo>
                <a:lnTo>
                  <a:pt x="2477666" y="1959196"/>
                </a:lnTo>
                <a:lnTo>
                  <a:pt x="2488533" y="1913833"/>
                </a:lnTo>
                <a:lnTo>
                  <a:pt x="2496426" y="1867386"/>
                </a:lnTo>
                <a:lnTo>
                  <a:pt x="2501238" y="1819961"/>
                </a:lnTo>
                <a:lnTo>
                  <a:pt x="2502866" y="1771663"/>
                </a:lnTo>
                <a:lnTo>
                  <a:pt x="2502866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437622" y="4793614"/>
            <a:ext cx="1911350" cy="2482215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41" y="2481704"/>
                </a:lnTo>
                <a:lnTo>
                  <a:pt x="1616202" y="2478679"/>
                </a:lnTo>
                <a:lnTo>
                  <a:pt x="1660588" y="2469418"/>
                </a:lnTo>
                <a:lnTo>
                  <a:pt x="1702690" y="2454345"/>
                </a:lnTo>
                <a:lnTo>
                  <a:pt x="1742099" y="2433885"/>
                </a:lnTo>
                <a:lnTo>
                  <a:pt x="1778405" y="2408463"/>
                </a:lnTo>
                <a:lnTo>
                  <a:pt x="1811198" y="2378506"/>
                </a:lnTo>
                <a:lnTo>
                  <a:pt x="1840070" y="2344437"/>
                </a:lnTo>
                <a:lnTo>
                  <a:pt x="1864611" y="2306682"/>
                </a:lnTo>
                <a:lnTo>
                  <a:pt x="1884410" y="2265666"/>
                </a:lnTo>
                <a:lnTo>
                  <a:pt x="1899060" y="2221815"/>
                </a:lnTo>
                <a:lnTo>
                  <a:pt x="1908150" y="2175553"/>
                </a:lnTo>
                <a:lnTo>
                  <a:pt x="1911271" y="2127306"/>
                </a:lnTo>
                <a:lnTo>
                  <a:pt x="1911271" y="171765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46027" y="4793618"/>
            <a:ext cx="2347595" cy="2414270"/>
          </a:xfrm>
          <a:custGeom>
            <a:avLst/>
            <a:gdLst/>
            <a:ahLst/>
            <a:cxnLst/>
            <a:rect l="l" t="t" r="r" b="b"/>
            <a:pathLst>
              <a:path w="2347594" h="2414270">
                <a:moveTo>
                  <a:pt x="1557544" y="0"/>
                </a:moveTo>
                <a:lnTo>
                  <a:pt x="0" y="748846"/>
                </a:lnTo>
                <a:lnTo>
                  <a:pt x="0" y="2413790"/>
                </a:lnTo>
                <a:lnTo>
                  <a:pt x="2347164" y="49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06486" y="7912197"/>
            <a:ext cx="2503170" cy="2477135"/>
          </a:xfrm>
          <a:custGeom>
            <a:avLst/>
            <a:gdLst/>
            <a:ahLst/>
            <a:cxnLst/>
            <a:rect l="l" t="t" r="r" b="b"/>
            <a:pathLst>
              <a:path w="2503170" h="2477134">
                <a:moveTo>
                  <a:pt x="2502866" y="0"/>
                </a:moveTo>
                <a:lnTo>
                  <a:pt x="705444" y="0"/>
                </a:lnTo>
                <a:lnTo>
                  <a:pt x="657144" y="1627"/>
                </a:lnTo>
                <a:lnTo>
                  <a:pt x="609718" y="6439"/>
                </a:lnTo>
                <a:lnTo>
                  <a:pt x="563271" y="14332"/>
                </a:lnTo>
                <a:lnTo>
                  <a:pt x="517907" y="25199"/>
                </a:lnTo>
                <a:lnTo>
                  <a:pt x="473732" y="38936"/>
                </a:lnTo>
                <a:lnTo>
                  <a:pt x="430851" y="55438"/>
                </a:lnTo>
                <a:lnTo>
                  <a:pt x="389369" y="74599"/>
                </a:lnTo>
                <a:lnTo>
                  <a:pt x="349390" y="96315"/>
                </a:lnTo>
                <a:lnTo>
                  <a:pt x="311021" y="120480"/>
                </a:lnTo>
                <a:lnTo>
                  <a:pt x="274366" y="146989"/>
                </a:lnTo>
                <a:lnTo>
                  <a:pt x="239530" y="175738"/>
                </a:lnTo>
                <a:lnTo>
                  <a:pt x="206618" y="206621"/>
                </a:lnTo>
                <a:lnTo>
                  <a:pt x="175735" y="239534"/>
                </a:lnTo>
                <a:lnTo>
                  <a:pt x="146986" y="274370"/>
                </a:lnTo>
                <a:lnTo>
                  <a:pt x="120477" y="311026"/>
                </a:lnTo>
                <a:lnTo>
                  <a:pt x="96312" y="349395"/>
                </a:lnTo>
                <a:lnTo>
                  <a:pt x="74597" y="389373"/>
                </a:lnTo>
                <a:lnTo>
                  <a:pt x="55436" y="430855"/>
                </a:lnTo>
                <a:lnTo>
                  <a:pt x="38935" y="473736"/>
                </a:lnTo>
                <a:lnTo>
                  <a:pt x="25198" y="517911"/>
                </a:lnTo>
                <a:lnTo>
                  <a:pt x="14331" y="563274"/>
                </a:lnTo>
                <a:lnTo>
                  <a:pt x="6439" y="609721"/>
                </a:lnTo>
                <a:lnTo>
                  <a:pt x="1627" y="657146"/>
                </a:lnTo>
                <a:lnTo>
                  <a:pt x="0" y="70544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398079" y="7911694"/>
            <a:ext cx="1911350" cy="2482215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31" y="2481704"/>
                </a:lnTo>
                <a:lnTo>
                  <a:pt x="1616194" y="2478679"/>
                </a:lnTo>
                <a:lnTo>
                  <a:pt x="1660582" y="2469418"/>
                </a:lnTo>
                <a:lnTo>
                  <a:pt x="1702686" y="2454345"/>
                </a:lnTo>
                <a:lnTo>
                  <a:pt x="1742096" y="2433885"/>
                </a:lnTo>
                <a:lnTo>
                  <a:pt x="1778403" y="2408463"/>
                </a:lnTo>
                <a:lnTo>
                  <a:pt x="1811197" y="2378506"/>
                </a:lnTo>
                <a:lnTo>
                  <a:pt x="1840069" y="2344437"/>
                </a:lnTo>
                <a:lnTo>
                  <a:pt x="1864610" y="2306682"/>
                </a:lnTo>
                <a:lnTo>
                  <a:pt x="1884410" y="2265666"/>
                </a:lnTo>
                <a:lnTo>
                  <a:pt x="1899060" y="2221815"/>
                </a:lnTo>
                <a:lnTo>
                  <a:pt x="1908150" y="2175553"/>
                </a:lnTo>
                <a:lnTo>
                  <a:pt x="1911271" y="2127306"/>
                </a:lnTo>
                <a:lnTo>
                  <a:pt x="1911271" y="171765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806483" y="7911692"/>
            <a:ext cx="2347595" cy="2414270"/>
          </a:xfrm>
          <a:custGeom>
            <a:avLst/>
            <a:gdLst/>
            <a:ahLst/>
            <a:cxnLst/>
            <a:rect l="l" t="t" r="r" b="b"/>
            <a:pathLst>
              <a:path w="2347595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846030" y="7878238"/>
            <a:ext cx="2503170" cy="2477135"/>
          </a:xfrm>
          <a:custGeom>
            <a:avLst/>
            <a:gdLst/>
            <a:ahLst/>
            <a:cxnLst/>
            <a:rect l="l" t="t" r="r" b="b"/>
            <a:pathLst>
              <a:path w="2503169" h="2477134">
                <a:moveTo>
                  <a:pt x="2502866" y="0"/>
                </a:moveTo>
                <a:lnTo>
                  <a:pt x="705454" y="0"/>
                </a:lnTo>
                <a:lnTo>
                  <a:pt x="657155" y="1627"/>
                </a:lnTo>
                <a:lnTo>
                  <a:pt x="609729" y="6439"/>
                </a:lnTo>
                <a:lnTo>
                  <a:pt x="563281" y="14332"/>
                </a:lnTo>
                <a:lnTo>
                  <a:pt x="517917" y="25199"/>
                </a:lnTo>
                <a:lnTo>
                  <a:pt x="473742" y="38936"/>
                </a:lnTo>
                <a:lnTo>
                  <a:pt x="430860" y="55438"/>
                </a:lnTo>
                <a:lnTo>
                  <a:pt x="389377" y="74599"/>
                </a:lnTo>
                <a:lnTo>
                  <a:pt x="349398" y="96315"/>
                </a:lnTo>
                <a:lnTo>
                  <a:pt x="311028" y="120480"/>
                </a:lnTo>
                <a:lnTo>
                  <a:pt x="274372" y="146990"/>
                </a:lnTo>
                <a:lnTo>
                  <a:pt x="239535" y="175739"/>
                </a:lnTo>
                <a:lnTo>
                  <a:pt x="206623" y="206623"/>
                </a:lnTo>
                <a:lnTo>
                  <a:pt x="175739" y="239535"/>
                </a:lnTo>
                <a:lnTo>
                  <a:pt x="146990" y="274372"/>
                </a:lnTo>
                <a:lnTo>
                  <a:pt x="120480" y="311028"/>
                </a:lnTo>
                <a:lnTo>
                  <a:pt x="96315" y="349398"/>
                </a:lnTo>
                <a:lnTo>
                  <a:pt x="74599" y="389377"/>
                </a:lnTo>
                <a:lnTo>
                  <a:pt x="55438" y="430860"/>
                </a:lnTo>
                <a:lnTo>
                  <a:pt x="38936" y="473742"/>
                </a:lnTo>
                <a:lnTo>
                  <a:pt x="25199" y="517917"/>
                </a:lnTo>
                <a:lnTo>
                  <a:pt x="14332" y="563281"/>
                </a:lnTo>
                <a:lnTo>
                  <a:pt x="6439" y="609729"/>
                </a:lnTo>
                <a:lnTo>
                  <a:pt x="1627" y="657155"/>
                </a:lnTo>
                <a:lnTo>
                  <a:pt x="0" y="705454"/>
                </a:lnTo>
                <a:lnTo>
                  <a:pt x="0" y="2477107"/>
                </a:lnTo>
                <a:lnTo>
                  <a:pt x="1797411" y="2477107"/>
                </a:lnTo>
                <a:lnTo>
                  <a:pt x="1845710" y="2475480"/>
                </a:lnTo>
                <a:lnTo>
                  <a:pt x="1893137" y="2470667"/>
                </a:lnTo>
                <a:lnTo>
                  <a:pt x="1939584" y="2462775"/>
                </a:lnTo>
                <a:lnTo>
                  <a:pt x="1984948" y="2451908"/>
                </a:lnTo>
                <a:lnTo>
                  <a:pt x="2029124" y="2438171"/>
                </a:lnTo>
                <a:lnTo>
                  <a:pt x="2072005" y="2421669"/>
                </a:lnTo>
                <a:lnTo>
                  <a:pt x="2113488" y="2402508"/>
                </a:lnTo>
                <a:lnTo>
                  <a:pt x="2153467" y="2380792"/>
                </a:lnTo>
                <a:lnTo>
                  <a:pt x="2191837" y="2356626"/>
                </a:lnTo>
                <a:lnTo>
                  <a:pt x="2228493" y="2330117"/>
                </a:lnTo>
                <a:lnTo>
                  <a:pt x="2263330" y="2301367"/>
                </a:lnTo>
                <a:lnTo>
                  <a:pt x="2296242" y="2270484"/>
                </a:lnTo>
                <a:lnTo>
                  <a:pt x="2327126" y="2237571"/>
                </a:lnTo>
                <a:lnTo>
                  <a:pt x="2355875" y="2202735"/>
                </a:lnTo>
                <a:lnTo>
                  <a:pt x="2382385" y="2166079"/>
                </a:lnTo>
                <a:lnTo>
                  <a:pt x="2406550" y="2127709"/>
                </a:lnTo>
                <a:lnTo>
                  <a:pt x="2428266" y="2087730"/>
                </a:lnTo>
                <a:lnTo>
                  <a:pt x="2447427" y="2046247"/>
                </a:lnTo>
                <a:lnTo>
                  <a:pt x="2463929" y="2003365"/>
                </a:lnTo>
                <a:lnTo>
                  <a:pt x="2477666" y="1959190"/>
                </a:lnTo>
                <a:lnTo>
                  <a:pt x="2488533" y="1913826"/>
                </a:lnTo>
                <a:lnTo>
                  <a:pt x="2496426" y="1867378"/>
                </a:lnTo>
                <a:lnTo>
                  <a:pt x="2501238" y="1819952"/>
                </a:lnTo>
                <a:lnTo>
                  <a:pt x="2502866" y="1771652"/>
                </a:lnTo>
                <a:lnTo>
                  <a:pt x="2502866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437622" y="7877734"/>
            <a:ext cx="1911350" cy="2482215"/>
          </a:xfrm>
          <a:custGeom>
            <a:avLst/>
            <a:gdLst/>
            <a:ahLst/>
            <a:cxnLst/>
            <a:rect l="l" t="t" r="r" b="b"/>
            <a:pathLst>
              <a:path w="1911350" h="2482215">
                <a:moveTo>
                  <a:pt x="1379057" y="0"/>
                </a:moveTo>
                <a:lnTo>
                  <a:pt x="0" y="0"/>
                </a:lnTo>
                <a:lnTo>
                  <a:pt x="749076" y="2477610"/>
                </a:lnTo>
                <a:lnTo>
                  <a:pt x="1569941" y="2481704"/>
                </a:lnTo>
                <a:lnTo>
                  <a:pt x="1616202" y="2478679"/>
                </a:lnTo>
                <a:lnTo>
                  <a:pt x="1660588" y="2469418"/>
                </a:lnTo>
                <a:lnTo>
                  <a:pt x="1702690" y="2454345"/>
                </a:lnTo>
                <a:lnTo>
                  <a:pt x="1742099" y="2433885"/>
                </a:lnTo>
                <a:lnTo>
                  <a:pt x="1778405" y="2408463"/>
                </a:lnTo>
                <a:lnTo>
                  <a:pt x="1811198" y="2378506"/>
                </a:lnTo>
                <a:lnTo>
                  <a:pt x="1840070" y="2344437"/>
                </a:lnTo>
                <a:lnTo>
                  <a:pt x="1864611" y="2306682"/>
                </a:lnTo>
                <a:lnTo>
                  <a:pt x="1884410" y="2265666"/>
                </a:lnTo>
                <a:lnTo>
                  <a:pt x="1899060" y="2221815"/>
                </a:lnTo>
                <a:lnTo>
                  <a:pt x="1908150" y="2175553"/>
                </a:lnTo>
                <a:lnTo>
                  <a:pt x="1911271" y="2127306"/>
                </a:lnTo>
                <a:lnTo>
                  <a:pt x="1911271" y="1717654"/>
                </a:lnTo>
                <a:lnTo>
                  <a:pt x="1379057" y="0"/>
                </a:lnTo>
                <a:close/>
              </a:path>
            </a:pathLst>
          </a:custGeom>
          <a:solidFill>
            <a:srgbClr val="FFFFFF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846027" y="7877733"/>
            <a:ext cx="2347595" cy="2414270"/>
          </a:xfrm>
          <a:custGeom>
            <a:avLst/>
            <a:gdLst/>
            <a:ahLst/>
            <a:cxnLst/>
            <a:rect l="l" t="t" r="r" b="b"/>
            <a:pathLst>
              <a:path w="2347594" h="2414270">
                <a:moveTo>
                  <a:pt x="1557544" y="0"/>
                </a:moveTo>
                <a:lnTo>
                  <a:pt x="0" y="748856"/>
                </a:lnTo>
                <a:lnTo>
                  <a:pt x="0" y="2413800"/>
                </a:lnTo>
                <a:lnTo>
                  <a:pt x="2347164" y="502"/>
                </a:lnTo>
                <a:lnTo>
                  <a:pt x="1557544" y="0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>
            <a:extLst>
              <a:ext uri="{FF2B5EF4-FFF2-40B4-BE49-F238E27FC236}">
                <a16:creationId xmlns:a16="http://schemas.microsoft.com/office/drawing/2014/main" id="{405C71F7-86D5-7647-92D4-B0228DAE6143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200" spc="-50" dirty="0">
                <a:solidFill>
                  <a:srgbClr val="FFFFFF"/>
                </a:solidFill>
                <a:latin typeface="Arial"/>
                <a:cs typeface="Arial"/>
              </a:rPr>
              <a:t>Unisabana HUB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46" name="Imagen 4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89D6B0D-4A41-5C45-A3D4-DB3081CBA8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50820" y="9200055"/>
            <a:ext cx="9553279" cy="21085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099940" y="9200055"/>
            <a:ext cx="10004149" cy="21085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10761" y="10784986"/>
            <a:ext cx="1893570" cy="241935"/>
          </a:xfrm>
          <a:custGeom>
            <a:avLst/>
            <a:gdLst/>
            <a:ahLst/>
            <a:cxnLst/>
            <a:rect l="l" t="t" r="r" b="b"/>
            <a:pathLst>
              <a:path w="1893569" h="241934">
                <a:moveTo>
                  <a:pt x="1893339" y="0"/>
                </a:moveTo>
                <a:lnTo>
                  <a:pt x="0" y="0"/>
                </a:lnTo>
                <a:lnTo>
                  <a:pt x="31412" y="241636"/>
                </a:lnTo>
                <a:lnTo>
                  <a:pt x="1893339" y="241636"/>
                </a:lnTo>
                <a:lnTo>
                  <a:pt x="1893339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13596" y="10720141"/>
            <a:ext cx="2390503" cy="53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16894" y="10766416"/>
            <a:ext cx="16090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Punto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Embarcadero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687" y="9196596"/>
            <a:ext cx="10511155" cy="2112010"/>
          </a:xfrm>
          <a:custGeom>
            <a:avLst/>
            <a:gdLst/>
            <a:ahLst/>
            <a:cxnLst/>
            <a:rect l="l" t="t" r="r" b="b"/>
            <a:pathLst>
              <a:path w="10511155" h="2112009">
                <a:moveTo>
                  <a:pt x="10170370" y="0"/>
                </a:moveTo>
                <a:lnTo>
                  <a:pt x="0" y="8313"/>
                </a:lnTo>
                <a:lnTo>
                  <a:pt x="0" y="2111956"/>
                </a:lnTo>
                <a:lnTo>
                  <a:pt x="9082414" y="2111956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9196599"/>
            <a:ext cx="10331528" cy="2111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32565" y="9529061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640258" y="592931"/>
            <a:ext cx="2917190" cy="1699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695"/>
              </a:lnSpc>
              <a:spcBef>
                <a:spcPts val="95"/>
              </a:spcBef>
            </a:pPr>
            <a:r>
              <a:rPr spc="-405" dirty="0"/>
              <a:t>Subtítulo</a:t>
            </a:r>
          </a:p>
          <a:p>
            <a:pPr marL="26670">
              <a:lnSpc>
                <a:spcPts val="5475"/>
              </a:lnSpc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7983FD23-8696-4C42-9860-E6343144B652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6" name="Imagen 25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09E6963-6062-244F-966C-2AA154D754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82" y="952415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Imagen 1335" descr="Imagen que contiene computadora, laptop, azul&#10;&#10;Descripción generada automáticamente">
            <a:extLst>
              <a:ext uri="{FF2B5EF4-FFF2-40B4-BE49-F238E27FC236}">
                <a16:creationId xmlns:a16="http://schemas.microsoft.com/office/drawing/2014/main" id="{1356D35B-3E00-1D4F-800D-BDB35D11C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6"/>
          </a:xfrm>
          <a:prstGeom prst="rect">
            <a:avLst/>
          </a:prstGeom>
        </p:spPr>
      </p:pic>
      <p:sp>
        <p:nvSpPr>
          <p:cNvPr id="1337" name="object 40">
            <a:extLst>
              <a:ext uri="{FF2B5EF4-FFF2-40B4-BE49-F238E27FC236}">
                <a16:creationId xmlns:a16="http://schemas.microsoft.com/office/drawing/2014/main" id="{7BDCA79C-D380-CF48-BE67-F338E1F88066}"/>
              </a:ext>
            </a:extLst>
          </p:cNvPr>
          <p:cNvSpPr txBox="1">
            <a:spLocks/>
          </p:cNvSpPr>
          <p:nvPr/>
        </p:nvSpPr>
        <p:spPr>
          <a:xfrm>
            <a:off x="1365250" y="3825875"/>
            <a:ext cx="5778500" cy="2476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es-CO" sz="16000" b="1" kern="0" spc="-340" dirty="0">
                <a:solidFill>
                  <a:srgbClr val="FFFFFF"/>
                </a:solidFill>
                <a:latin typeface="Arial"/>
                <a:cs typeface="Arial"/>
              </a:rPr>
              <a:t>Título</a:t>
            </a:r>
            <a:endParaRPr lang="es-CO" sz="160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93365" y="0"/>
            <a:ext cx="3410733" cy="6184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689252" y="5950185"/>
            <a:ext cx="3415029" cy="5358765"/>
          </a:xfrm>
          <a:custGeom>
            <a:avLst/>
            <a:gdLst/>
            <a:ahLst/>
            <a:cxnLst/>
            <a:rect l="l" t="t" r="r" b="b"/>
            <a:pathLst>
              <a:path w="3415030" h="5358765">
                <a:moveTo>
                  <a:pt x="0" y="0"/>
                </a:moveTo>
                <a:lnTo>
                  <a:pt x="0" y="5358370"/>
                </a:lnTo>
                <a:lnTo>
                  <a:pt x="3414848" y="5358370"/>
                </a:lnTo>
                <a:lnTo>
                  <a:pt x="3414848" y="145136"/>
                </a:lnTo>
                <a:lnTo>
                  <a:pt x="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89251" y="6191015"/>
            <a:ext cx="3414849" cy="51175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324295" y="5517353"/>
            <a:ext cx="1779905" cy="241935"/>
          </a:xfrm>
          <a:custGeom>
            <a:avLst/>
            <a:gdLst/>
            <a:ahLst/>
            <a:cxnLst/>
            <a:rect l="l" t="t" r="r" b="b"/>
            <a:pathLst>
              <a:path w="1779905" h="241935">
                <a:moveTo>
                  <a:pt x="1779803" y="0"/>
                </a:moveTo>
                <a:lnTo>
                  <a:pt x="0" y="0"/>
                </a:lnTo>
                <a:lnTo>
                  <a:pt x="31412" y="241633"/>
                </a:lnTo>
                <a:lnTo>
                  <a:pt x="1779803" y="241633"/>
                </a:lnTo>
                <a:lnTo>
                  <a:pt x="1779803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731815" y="5451042"/>
            <a:ext cx="2372284" cy="540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522599" y="5498784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415809" y="768067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 dirty="0"/>
          </a:p>
        </p:txBody>
      </p:sp>
      <p:sp>
        <p:nvSpPr>
          <p:cNvPr id="22" name="object 22"/>
          <p:cNvSpPr txBox="1"/>
          <p:nvPr/>
        </p:nvSpPr>
        <p:spPr>
          <a:xfrm>
            <a:off x="17062455" y="6835279"/>
            <a:ext cx="2280078" cy="97026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49580" marR="5080" indent="-437515" algn="ctr">
              <a:lnSpc>
                <a:spcPct val="101299"/>
              </a:lnSpc>
              <a:spcBef>
                <a:spcPts val="50"/>
              </a:spcBef>
            </a:pPr>
            <a:r>
              <a:rPr sz="3200" spc="-50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ES" sz="32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la 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EFB6DE8B-684D-4748-900E-B6C5D8E3D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306" y="8432188"/>
            <a:ext cx="2726448" cy="1949410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B2047F1E-FD8C-4C42-8544-A007143DDFE7}"/>
              </a:ext>
            </a:extLst>
          </p:cNvPr>
          <p:cNvSpPr/>
          <p:nvPr/>
        </p:nvSpPr>
        <p:spPr>
          <a:xfrm rot="5400000">
            <a:off x="18383349" y="7114718"/>
            <a:ext cx="57702" cy="229174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7207" y="9189670"/>
            <a:ext cx="10366881" cy="21188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99783" y="10763706"/>
            <a:ext cx="1604645" cy="241935"/>
          </a:xfrm>
          <a:custGeom>
            <a:avLst/>
            <a:gdLst/>
            <a:ahLst/>
            <a:cxnLst/>
            <a:rect l="l" t="t" r="r" b="b"/>
            <a:pathLst>
              <a:path w="1604644" h="241934">
                <a:moveTo>
                  <a:pt x="1604314" y="0"/>
                </a:moveTo>
                <a:lnTo>
                  <a:pt x="0" y="0"/>
                </a:lnTo>
                <a:lnTo>
                  <a:pt x="31412" y="241636"/>
                </a:lnTo>
                <a:lnTo>
                  <a:pt x="1604314" y="241636"/>
                </a:lnTo>
                <a:lnTo>
                  <a:pt x="1604314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97682" y="10698212"/>
            <a:ext cx="2306416" cy="53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679035" y="10745137"/>
            <a:ext cx="1331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Lobby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138" y="9186898"/>
            <a:ext cx="10496550" cy="2122170"/>
          </a:xfrm>
          <a:custGeom>
            <a:avLst/>
            <a:gdLst/>
            <a:ahLst/>
            <a:cxnLst/>
            <a:rect l="l" t="t" r="r" b="b"/>
            <a:pathLst>
              <a:path w="10496550" h="2122170">
                <a:moveTo>
                  <a:pt x="10170370" y="0"/>
                </a:moveTo>
                <a:lnTo>
                  <a:pt x="0" y="8324"/>
                </a:lnTo>
                <a:lnTo>
                  <a:pt x="0" y="2121652"/>
                </a:lnTo>
                <a:lnTo>
                  <a:pt x="10496413" y="2121652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86903"/>
            <a:ext cx="10334470" cy="21216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4006" y="952983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006157" y="651562"/>
            <a:ext cx="3056255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900" b="1" spc="-600" dirty="0">
                <a:solidFill>
                  <a:srgbClr val="1F3D6F"/>
                </a:solidFill>
                <a:latin typeface="Arial"/>
                <a:cs typeface="Arial"/>
              </a:rPr>
              <a:t>Título</a:t>
            </a:r>
            <a:endParaRPr sz="9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23432" y="2531238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>
              <a:latin typeface="Arial"/>
              <a:cs typeface="Arial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695986C5-3B4B-5D4D-9DD3-7DD3EBB8F21C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D2F1A10F-AA7D-1248-8533-78A5202B2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54" y="9461582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4261" y="0"/>
            <a:ext cx="10339827" cy="210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17541" y="1580699"/>
            <a:ext cx="1287145" cy="241935"/>
          </a:xfrm>
          <a:custGeom>
            <a:avLst/>
            <a:gdLst/>
            <a:ahLst/>
            <a:cxnLst/>
            <a:rect l="l" t="t" r="r" b="b"/>
            <a:pathLst>
              <a:path w="1287144" h="241935">
                <a:moveTo>
                  <a:pt x="1286557" y="0"/>
                </a:moveTo>
                <a:lnTo>
                  <a:pt x="0" y="0"/>
                </a:lnTo>
                <a:lnTo>
                  <a:pt x="0" y="375"/>
                </a:lnTo>
                <a:lnTo>
                  <a:pt x="31363" y="241636"/>
                </a:lnTo>
                <a:lnTo>
                  <a:pt x="1286557" y="241636"/>
                </a:lnTo>
                <a:lnTo>
                  <a:pt x="1286557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15588" y="1515665"/>
            <a:ext cx="2482839" cy="537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061665" y="1562141"/>
            <a:ext cx="767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0509250" cy="2104390"/>
          </a:xfrm>
          <a:custGeom>
            <a:avLst/>
            <a:gdLst/>
            <a:ahLst/>
            <a:cxnLst/>
            <a:rect l="l" t="t" r="r" b="b"/>
            <a:pathLst>
              <a:path w="10509250" h="2104390">
                <a:moveTo>
                  <a:pt x="10178129" y="0"/>
                </a:moveTo>
                <a:lnTo>
                  <a:pt x="0" y="0"/>
                </a:lnTo>
                <a:lnTo>
                  <a:pt x="0" y="2104344"/>
                </a:lnTo>
                <a:lnTo>
                  <a:pt x="9199793" y="2104344"/>
                </a:lnTo>
                <a:lnTo>
                  <a:pt x="10509177" y="2103307"/>
                </a:lnTo>
                <a:lnTo>
                  <a:pt x="10178129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302785" cy="21043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03207" y="324947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8893472" y="2500676"/>
            <a:ext cx="2917190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73025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495E4F50-A04D-5243-8F64-F4E49E3E0728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B36506C6-D12B-984B-A60E-63AD640BA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85567" y="9201740"/>
            <a:ext cx="10018532" cy="2106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311108" y="10810666"/>
            <a:ext cx="1793239" cy="241935"/>
          </a:xfrm>
          <a:custGeom>
            <a:avLst/>
            <a:gdLst/>
            <a:ahLst/>
            <a:cxnLst/>
            <a:rect l="l" t="t" r="r" b="b"/>
            <a:pathLst>
              <a:path w="1793240" h="241934">
                <a:moveTo>
                  <a:pt x="1792992" y="0"/>
                </a:moveTo>
                <a:lnTo>
                  <a:pt x="0" y="0"/>
                </a:lnTo>
                <a:lnTo>
                  <a:pt x="31412" y="241634"/>
                </a:lnTo>
                <a:lnTo>
                  <a:pt x="1792992" y="241634"/>
                </a:lnTo>
                <a:lnTo>
                  <a:pt x="179299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89929" y="10745959"/>
            <a:ext cx="2314170" cy="53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582899" y="10792097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90" y="9207282"/>
            <a:ext cx="10495280" cy="2101850"/>
          </a:xfrm>
          <a:custGeom>
            <a:avLst/>
            <a:gdLst/>
            <a:ahLst/>
            <a:cxnLst/>
            <a:rect l="l" t="t" r="r" b="b"/>
            <a:pathLst>
              <a:path w="10495280" h="2101850">
                <a:moveTo>
                  <a:pt x="10170370" y="0"/>
                </a:moveTo>
                <a:lnTo>
                  <a:pt x="0" y="8313"/>
                </a:lnTo>
                <a:lnTo>
                  <a:pt x="0" y="2101276"/>
                </a:lnTo>
                <a:lnTo>
                  <a:pt x="10494821" y="2101276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207290"/>
            <a:ext cx="10328177" cy="2101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0868" y="9539746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7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92744" y="470427"/>
            <a:ext cx="3056255" cy="2247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1840"/>
              </a:lnSpc>
              <a:spcBef>
                <a:spcPts val="90"/>
              </a:spcBef>
            </a:pPr>
            <a:r>
              <a:rPr sz="9900" b="1" spc="-600" dirty="0">
                <a:latin typeface="Arial"/>
                <a:cs typeface="Arial"/>
              </a:rPr>
              <a:t>Título</a:t>
            </a:r>
            <a:endParaRPr sz="9900">
              <a:latin typeface="Arial"/>
              <a:cs typeface="Arial"/>
            </a:endParaRPr>
          </a:p>
          <a:p>
            <a:pPr marL="79375">
              <a:lnSpc>
                <a:spcPts val="5660"/>
              </a:lnSpc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0FB6ECE2-9473-BD44-9993-5F4609D21759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BCBCEA6-6F02-E24E-A108-0DDEAF0F08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78" y="9493422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9698" y="10"/>
            <a:ext cx="3334390" cy="6175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755132" y="5934814"/>
            <a:ext cx="3348990" cy="5363845"/>
          </a:xfrm>
          <a:custGeom>
            <a:avLst/>
            <a:gdLst/>
            <a:ahLst/>
            <a:cxnLst/>
            <a:rect l="l" t="t" r="r" b="b"/>
            <a:pathLst>
              <a:path w="3348990" h="5363845">
                <a:moveTo>
                  <a:pt x="0" y="0"/>
                </a:moveTo>
                <a:lnTo>
                  <a:pt x="0" y="5363375"/>
                </a:lnTo>
                <a:lnTo>
                  <a:pt x="3348966" y="5363375"/>
                </a:lnTo>
                <a:lnTo>
                  <a:pt x="3348966" y="142341"/>
                </a:lnTo>
                <a:lnTo>
                  <a:pt x="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755133" y="6175654"/>
            <a:ext cx="3348966" cy="5132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256420" y="5477424"/>
            <a:ext cx="1843405" cy="241935"/>
          </a:xfrm>
          <a:custGeom>
            <a:avLst/>
            <a:gdLst/>
            <a:ahLst/>
            <a:cxnLst/>
            <a:rect l="l" t="t" r="r" b="b"/>
            <a:pathLst>
              <a:path w="1843405" h="241935">
                <a:moveTo>
                  <a:pt x="1843210" y="0"/>
                </a:moveTo>
                <a:lnTo>
                  <a:pt x="0" y="0"/>
                </a:lnTo>
                <a:lnTo>
                  <a:pt x="31412" y="241636"/>
                </a:lnTo>
                <a:lnTo>
                  <a:pt x="1843210" y="241636"/>
                </a:lnTo>
                <a:lnTo>
                  <a:pt x="1843210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62185" y="5411280"/>
            <a:ext cx="2432592" cy="5402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454724" y="5458854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964037" y="614281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2" name="object 22"/>
          <p:cNvSpPr txBox="1"/>
          <p:nvPr/>
        </p:nvSpPr>
        <p:spPr>
          <a:xfrm>
            <a:off x="17176740" y="6846198"/>
            <a:ext cx="2333312" cy="97026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49580" marR="5080" indent="-437515" algn="ctr">
              <a:lnSpc>
                <a:spcPct val="101299"/>
              </a:lnSpc>
              <a:spcBef>
                <a:spcPts val="5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3200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la  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3" name="Imagen 2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6C6BDC4-F2E6-F94D-9DB1-DC84595DDD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306" y="8432188"/>
            <a:ext cx="2726448" cy="1949410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E3760046-F559-B04A-AB92-75BB119C7EE0}"/>
              </a:ext>
            </a:extLst>
          </p:cNvPr>
          <p:cNvSpPr/>
          <p:nvPr/>
        </p:nvSpPr>
        <p:spPr>
          <a:xfrm rot="5400000">
            <a:off x="18383349" y="7114718"/>
            <a:ext cx="57702" cy="229174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4277" y="9176589"/>
            <a:ext cx="10199811" cy="2131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964510" y="10780473"/>
            <a:ext cx="1132205" cy="241935"/>
          </a:xfrm>
          <a:custGeom>
            <a:avLst/>
            <a:gdLst/>
            <a:ahLst/>
            <a:cxnLst/>
            <a:rect l="l" t="t" r="r" b="b"/>
            <a:pathLst>
              <a:path w="1132205" h="241934">
                <a:moveTo>
                  <a:pt x="1131965" y="0"/>
                </a:moveTo>
                <a:lnTo>
                  <a:pt x="0" y="0"/>
                </a:lnTo>
                <a:lnTo>
                  <a:pt x="31412" y="241636"/>
                </a:lnTo>
                <a:lnTo>
                  <a:pt x="1131965" y="241636"/>
                </a:lnTo>
                <a:lnTo>
                  <a:pt x="1131965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34329" y="10713734"/>
            <a:ext cx="2369770" cy="5402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178114" y="10761902"/>
            <a:ext cx="767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205" y="9184260"/>
            <a:ext cx="10511155" cy="2119630"/>
          </a:xfrm>
          <a:custGeom>
            <a:avLst/>
            <a:gdLst/>
            <a:ahLst/>
            <a:cxnLst/>
            <a:rect l="l" t="t" r="r" b="b"/>
            <a:pathLst>
              <a:path w="10511155" h="2119629">
                <a:moveTo>
                  <a:pt x="10170370" y="0"/>
                </a:moveTo>
                <a:lnTo>
                  <a:pt x="0" y="8313"/>
                </a:lnTo>
                <a:lnTo>
                  <a:pt x="0" y="2119150"/>
                </a:lnTo>
                <a:lnTo>
                  <a:pt x="10510842" y="2110825"/>
                </a:lnTo>
                <a:lnTo>
                  <a:pt x="1017037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9184264"/>
            <a:ext cx="10333946" cy="21242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33069" y="9516726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44639" y="614281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512153AC-5255-8C4B-B530-4F808249187E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2C7548E-F974-0045-A118-F566B3A3D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0" y="9501646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72527" y="1874"/>
            <a:ext cx="9931571" cy="2135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754962" y="1566371"/>
            <a:ext cx="2349137" cy="5377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022487" y="1613022"/>
            <a:ext cx="19450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Ecosistema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96" y="1875"/>
            <a:ext cx="10507345" cy="2136140"/>
          </a:xfrm>
          <a:custGeom>
            <a:avLst/>
            <a:gdLst/>
            <a:ahLst/>
            <a:cxnLst/>
            <a:rect l="l" t="t" r="r" b="b"/>
            <a:pathLst>
              <a:path w="10507345" h="2136140">
                <a:moveTo>
                  <a:pt x="10172496" y="0"/>
                </a:moveTo>
                <a:lnTo>
                  <a:pt x="0" y="0"/>
                </a:lnTo>
                <a:lnTo>
                  <a:pt x="0" y="2135756"/>
                </a:lnTo>
                <a:lnTo>
                  <a:pt x="10507020" y="2135756"/>
                </a:lnTo>
                <a:lnTo>
                  <a:pt x="10172496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874"/>
            <a:ext cx="10324701" cy="2135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19971" y="320844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1320">
              <a:lnSpc>
                <a:spcPct val="100000"/>
              </a:lnSpc>
              <a:spcBef>
                <a:spcPts val="90"/>
              </a:spcBef>
            </a:pPr>
            <a:r>
              <a:rPr spc="-600" dirty="0"/>
              <a:t>Título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35626" y="4303702"/>
            <a:ext cx="1318260" cy="754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750" spc="-380" dirty="0">
                <a:solidFill>
                  <a:srgbClr val="58595B"/>
                </a:solidFill>
                <a:latin typeface="Arial"/>
                <a:cs typeface="Arial"/>
              </a:rPr>
              <a:t>Texto</a:t>
            </a:r>
            <a:endParaRPr sz="4750"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07E2A9AF-71D1-A748-99FF-B0438B4DDCFF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0D865EA-019F-B946-84B1-65D22A837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66930" y="0"/>
            <a:ext cx="10337168" cy="2108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481383" y="1546884"/>
            <a:ext cx="3623310" cy="241935"/>
          </a:xfrm>
          <a:custGeom>
            <a:avLst/>
            <a:gdLst/>
            <a:ahLst/>
            <a:cxnLst/>
            <a:rect l="l" t="t" r="r" b="b"/>
            <a:pathLst>
              <a:path w="3623309" h="241935">
                <a:moveTo>
                  <a:pt x="3622716" y="0"/>
                </a:moveTo>
                <a:lnTo>
                  <a:pt x="0" y="0"/>
                </a:lnTo>
                <a:lnTo>
                  <a:pt x="0" y="270"/>
                </a:lnTo>
                <a:lnTo>
                  <a:pt x="31377" y="241632"/>
                </a:lnTo>
                <a:lnTo>
                  <a:pt x="3622716" y="241632"/>
                </a:lnTo>
                <a:lnTo>
                  <a:pt x="3622716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070085" y="1480928"/>
            <a:ext cx="4034013" cy="540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35626" y="1528320"/>
            <a:ext cx="3231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Zonas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de estudio,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Plaza San José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María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424" y="0"/>
            <a:ext cx="10511155" cy="2109470"/>
          </a:xfrm>
          <a:custGeom>
            <a:avLst/>
            <a:gdLst/>
            <a:ahLst/>
            <a:cxnLst/>
            <a:rect l="l" t="t" r="r" b="b"/>
            <a:pathLst>
              <a:path w="10511155" h="2109470">
                <a:moveTo>
                  <a:pt x="10171020" y="0"/>
                </a:moveTo>
                <a:lnTo>
                  <a:pt x="5252196" y="0"/>
                </a:lnTo>
                <a:lnTo>
                  <a:pt x="0" y="4293"/>
                </a:lnTo>
                <a:lnTo>
                  <a:pt x="0" y="2108920"/>
                </a:lnTo>
                <a:lnTo>
                  <a:pt x="7832536" y="2108920"/>
                </a:lnTo>
                <a:lnTo>
                  <a:pt x="10510831" y="2106804"/>
                </a:lnTo>
                <a:lnTo>
                  <a:pt x="1017102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337381" cy="21089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56298" y="328442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42431" y="2483602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7001A345-9174-D549-9E91-FC7E6A8CA74F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AE2DC340-5254-CC4A-AF5F-86B382F50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24299" y="0"/>
            <a:ext cx="9979800" cy="210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80" y="2785"/>
            <a:ext cx="10509885" cy="2101850"/>
          </a:xfrm>
          <a:custGeom>
            <a:avLst/>
            <a:gdLst/>
            <a:ahLst/>
            <a:cxnLst/>
            <a:rect l="l" t="t" r="r" b="b"/>
            <a:pathLst>
              <a:path w="10509885" h="2101850">
                <a:moveTo>
                  <a:pt x="10170381" y="0"/>
                </a:moveTo>
                <a:lnTo>
                  <a:pt x="0" y="8334"/>
                </a:lnTo>
                <a:lnTo>
                  <a:pt x="0" y="2101559"/>
                </a:lnTo>
                <a:lnTo>
                  <a:pt x="10509344" y="2101559"/>
                </a:lnTo>
                <a:lnTo>
                  <a:pt x="10170381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85"/>
            <a:ext cx="10320711" cy="21015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23350" y="335264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307507" y="1624620"/>
            <a:ext cx="1797050" cy="241935"/>
          </a:xfrm>
          <a:custGeom>
            <a:avLst/>
            <a:gdLst/>
            <a:ahLst/>
            <a:cxnLst/>
            <a:rect l="l" t="t" r="r" b="b"/>
            <a:pathLst>
              <a:path w="1797050" h="241935">
                <a:moveTo>
                  <a:pt x="1796592" y="0"/>
                </a:moveTo>
                <a:lnTo>
                  <a:pt x="0" y="0"/>
                </a:lnTo>
                <a:lnTo>
                  <a:pt x="31411" y="241631"/>
                </a:lnTo>
                <a:lnTo>
                  <a:pt x="1796592" y="241631"/>
                </a:lnTo>
                <a:lnTo>
                  <a:pt x="1796592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714957" y="1559565"/>
            <a:ext cx="2389142" cy="5377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505820" y="1606048"/>
            <a:ext cx="1421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Edificio Ad</a:t>
            </a:r>
            <a:r>
              <a:rPr sz="14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259913" y="2531649"/>
            <a:ext cx="2917190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73025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98A4DC39-B339-1544-8E1D-6EC11CBDD45D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A1F5C3C-8949-A549-AC37-89FC4D0948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08236" y="9212379"/>
            <a:ext cx="9995863" cy="2096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204813"/>
            <a:ext cx="10471150" cy="2103755"/>
          </a:xfrm>
          <a:custGeom>
            <a:avLst/>
            <a:gdLst/>
            <a:ahLst/>
            <a:cxnLst/>
            <a:rect l="l" t="t" r="r" b="b"/>
            <a:pathLst>
              <a:path w="10471150" h="2103754">
                <a:moveTo>
                  <a:pt x="10131377" y="0"/>
                </a:moveTo>
                <a:lnTo>
                  <a:pt x="0" y="8292"/>
                </a:lnTo>
                <a:lnTo>
                  <a:pt x="0" y="2103747"/>
                </a:lnTo>
                <a:lnTo>
                  <a:pt x="10470707" y="2103747"/>
                </a:lnTo>
                <a:lnTo>
                  <a:pt x="10131377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9204819"/>
            <a:ext cx="10263561" cy="2103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65872" y="9537280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90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622790" y="10806007"/>
            <a:ext cx="1481455" cy="241935"/>
          </a:xfrm>
          <a:custGeom>
            <a:avLst/>
            <a:gdLst/>
            <a:ahLst/>
            <a:cxnLst/>
            <a:rect l="l" t="t" r="r" b="b"/>
            <a:pathLst>
              <a:path w="1481455" h="241934">
                <a:moveTo>
                  <a:pt x="1481309" y="0"/>
                </a:moveTo>
                <a:lnTo>
                  <a:pt x="0" y="0"/>
                </a:lnTo>
                <a:lnTo>
                  <a:pt x="31411" y="241631"/>
                </a:lnTo>
                <a:lnTo>
                  <a:pt x="1481309" y="241631"/>
                </a:lnTo>
                <a:lnTo>
                  <a:pt x="1481309" y="0"/>
                </a:lnTo>
                <a:close/>
              </a:path>
            </a:pathLst>
          </a:custGeom>
          <a:solidFill>
            <a:srgbClr val="1F3D6F">
              <a:alpha val="5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684069" y="10739598"/>
            <a:ext cx="2420030" cy="540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8881473" y="10787429"/>
            <a:ext cx="10153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Aulas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Atelier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003220" y="546227"/>
            <a:ext cx="2966085" cy="18618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11768EA0-1C56-FF41-8655-3DA78BDABB98}"/>
              </a:ext>
            </a:extLst>
          </p:cNvPr>
          <p:cNvSpPr txBox="1"/>
          <p:nvPr/>
        </p:nvSpPr>
        <p:spPr>
          <a:xfrm>
            <a:off x="5246263" y="9698784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5" name="Imagen 2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CF22B701-2AA0-5F4E-958B-3673C7BB30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19" y="9454078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1DB2AA1-B525-AA42-93A6-57868C0E1D39}"/>
              </a:ext>
            </a:extLst>
          </p:cNvPr>
          <p:cNvGrpSpPr/>
          <p:nvPr/>
        </p:nvGrpSpPr>
        <p:grpSpPr>
          <a:xfrm>
            <a:off x="10041933" y="15875"/>
            <a:ext cx="10235896" cy="2076983"/>
            <a:chOff x="10041933" y="0"/>
            <a:chExt cx="10235896" cy="2076983"/>
          </a:xfrm>
        </p:grpSpPr>
        <p:pic>
          <p:nvPicPr>
            <p:cNvPr id="26" name="Imagen 25" descr="Vista de un puente&#10;&#10;Descripción generada automáticamente">
              <a:extLst>
                <a:ext uri="{FF2B5EF4-FFF2-40B4-BE49-F238E27FC236}">
                  <a16:creationId xmlns:a16="http://schemas.microsoft.com/office/drawing/2014/main" id="{0B46AEA6-C7AA-5C40-8040-91623168B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1933" y="0"/>
              <a:ext cx="10096848" cy="2073275"/>
            </a:xfrm>
            <a:prstGeom prst="rect">
              <a:avLst/>
            </a:prstGeom>
          </p:spPr>
        </p:pic>
        <p:sp>
          <p:nvSpPr>
            <p:cNvPr id="27" name="object 3">
              <a:extLst>
                <a:ext uri="{FF2B5EF4-FFF2-40B4-BE49-F238E27FC236}">
                  <a16:creationId xmlns:a16="http://schemas.microsoft.com/office/drawing/2014/main" id="{11F072BF-03FF-F346-91FC-813E67CA8DCF}"/>
                </a:ext>
              </a:extLst>
            </p:cNvPr>
            <p:cNvSpPr/>
            <p:nvPr/>
          </p:nvSpPr>
          <p:spPr>
            <a:xfrm>
              <a:off x="18891250" y="1606099"/>
              <a:ext cx="1277620" cy="241935"/>
            </a:xfrm>
            <a:custGeom>
              <a:avLst/>
              <a:gdLst/>
              <a:ahLst/>
              <a:cxnLst/>
              <a:rect l="l" t="t" r="r" b="b"/>
              <a:pathLst>
                <a:path w="1277619" h="241934">
                  <a:moveTo>
                    <a:pt x="1277343" y="0"/>
                  </a:moveTo>
                  <a:lnTo>
                    <a:pt x="0" y="0"/>
                  </a:lnTo>
                  <a:lnTo>
                    <a:pt x="0" y="239"/>
                  </a:lnTo>
                  <a:lnTo>
                    <a:pt x="31381" y="241634"/>
                  </a:lnTo>
                  <a:lnTo>
                    <a:pt x="1277343" y="241634"/>
                  </a:lnTo>
                  <a:lnTo>
                    <a:pt x="1277343" y="0"/>
                  </a:lnTo>
                  <a:close/>
                </a:path>
              </a:pathLst>
            </a:custGeom>
            <a:solidFill>
              <a:srgbClr val="1F3D6F">
                <a:alpha val="5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4">
              <a:extLst>
                <a:ext uri="{FF2B5EF4-FFF2-40B4-BE49-F238E27FC236}">
                  <a16:creationId xmlns:a16="http://schemas.microsoft.com/office/drawing/2014/main" id="{88AC9888-DDD6-7B42-A3E6-5188AD19A75F}"/>
                </a:ext>
              </a:extLst>
            </p:cNvPr>
            <p:cNvSpPr/>
            <p:nvPr/>
          </p:nvSpPr>
          <p:spPr>
            <a:xfrm>
              <a:off x="18912579" y="1539875"/>
              <a:ext cx="1365250" cy="5371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BF49B7CE-5C0D-3442-8D9D-D91CD1F6FE97}"/>
                </a:ext>
              </a:extLst>
            </p:cNvPr>
            <p:cNvSpPr txBox="1"/>
            <p:nvPr/>
          </p:nvSpPr>
          <p:spPr>
            <a:xfrm>
              <a:off x="19035395" y="1586125"/>
              <a:ext cx="92583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Puente</a:t>
              </a:r>
              <a:r>
                <a:rPr sz="1400" spc="-7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spc="-5" dirty="0">
                  <a:solidFill>
                    <a:srgbClr val="FFFFFF"/>
                  </a:solidFill>
                  <a:latin typeface="Arial"/>
                  <a:cs typeface="Arial"/>
                </a:rPr>
                <a:t>gris</a:t>
              </a:r>
              <a:endParaRPr sz="1400" dirty="0">
                <a:latin typeface="Arial"/>
                <a:cs typeface="Arial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0467975" cy="2103120"/>
          </a:xfrm>
          <a:custGeom>
            <a:avLst/>
            <a:gdLst/>
            <a:ahLst/>
            <a:cxnLst/>
            <a:rect l="l" t="t" r="r" b="b"/>
            <a:pathLst>
              <a:path w="10467975" h="2103120">
                <a:moveTo>
                  <a:pt x="10139900" y="0"/>
                </a:moveTo>
                <a:lnTo>
                  <a:pt x="0" y="0"/>
                </a:lnTo>
                <a:lnTo>
                  <a:pt x="0" y="2102773"/>
                </a:lnTo>
                <a:lnTo>
                  <a:pt x="10467681" y="2102773"/>
                </a:lnTo>
                <a:lnTo>
                  <a:pt x="10139900" y="0"/>
                </a:lnTo>
                <a:close/>
              </a:path>
            </a:pathLst>
          </a:custGeom>
          <a:solidFill>
            <a:srgbClr val="0CB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0261573" cy="21027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66948" y="358036"/>
            <a:ext cx="0" cy="1393190"/>
          </a:xfrm>
          <a:custGeom>
            <a:avLst/>
            <a:gdLst/>
            <a:ahLst/>
            <a:cxnLst/>
            <a:rect l="l" t="t" r="r" b="b"/>
            <a:pathLst>
              <a:path h="1393189">
                <a:moveTo>
                  <a:pt x="0" y="0"/>
                </a:moveTo>
                <a:lnTo>
                  <a:pt x="0" y="1393182"/>
                </a:lnTo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560"/>
              </a:spcBef>
            </a:pPr>
            <a:r>
              <a:rPr spc="-405" dirty="0"/>
              <a:t>Subtítulo</a:t>
            </a:r>
          </a:p>
          <a:p>
            <a:pPr marL="1022350">
              <a:lnSpc>
                <a:spcPct val="100000"/>
              </a:lnSpc>
              <a:spcBef>
                <a:spcPts val="370"/>
              </a:spcBef>
            </a:pPr>
            <a:r>
              <a:rPr sz="4750" spc="-380" dirty="0">
                <a:solidFill>
                  <a:srgbClr val="58595B"/>
                </a:solidFill>
              </a:rPr>
              <a:t>Texto</a:t>
            </a:r>
            <a:endParaRPr sz="4750"/>
          </a:p>
        </p:txBody>
      </p:sp>
      <p:sp>
        <p:nvSpPr>
          <p:cNvPr id="30" name="object 23">
            <a:extLst>
              <a:ext uri="{FF2B5EF4-FFF2-40B4-BE49-F238E27FC236}">
                <a16:creationId xmlns:a16="http://schemas.microsoft.com/office/drawing/2014/main" id="{70CD5709-E223-0942-B8CE-059D61BAC1C9}"/>
              </a:ext>
            </a:extLst>
          </p:cNvPr>
          <p:cNvSpPr txBox="1"/>
          <p:nvPr/>
        </p:nvSpPr>
        <p:spPr>
          <a:xfrm>
            <a:off x="5212640" y="549275"/>
            <a:ext cx="2179485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5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3200" spc="-30" dirty="0">
                <a:solidFill>
                  <a:srgbClr val="FFFFFF"/>
                </a:solidFill>
                <a:latin typeface="Arial"/>
                <a:cs typeface="Arial"/>
              </a:rPr>
              <a:t>de la</a:t>
            </a:r>
            <a:r>
              <a:rPr sz="3200" spc="-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31" name="Imagen 30" descr="Imagen que contiene dibujo&#10;&#10;Descripción generada automáticamente">
            <a:extLst>
              <a:ext uri="{FF2B5EF4-FFF2-40B4-BE49-F238E27FC236}">
                <a16:creationId xmlns:a16="http://schemas.microsoft.com/office/drawing/2014/main" id="{885BD629-D85A-3F47-97F5-C5FD3AD17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85" y="380181"/>
            <a:ext cx="4072296" cy="14858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B635CE-39C7-0E4F-A980-BB79B148E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pic>
        <p:nvPicPr>
          <p:cNvPr id="5" name="Imagen 4" descr="Imagen que contiene camiseta, dibujo&#10;&#10;Descripción generada automáticamente">
            <a:extLst>
              <a:ext uri="{FF2B5EF4-FFF2-40B4-BE49-F238E27FC236}">
                <a16:creationId xmlns:a16="http://schemas.microsoft.com/office/drawing/2014/main" id="{E474E637-C0D3-8942-AFC9-6A24211AA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597672"/>
            <a:ext cx="6765581" cy="4737100"/>
          </a:xfrm>
          <a:prstGeom prst="rect">
            <a:avLst/>
          </a:prstGeom>
        </p:spPr>
      </p:pic>
      <p:sp>
        <p:nvSpPr>
          <p:cNvPr id="1681" name="object 39">
            <a:extLst>
              <a:ext uri="{FF2B5EF4-FFF2-40B4-BE49-F238E27FC236}">
                <a16:creationId xmlns:a16="http://schemas.microsoft.com/office/drawing/2014/main" id="{C0755DE2-DAE8-5F4B-90D2-D2B7250B0FA5}"/>
              </a:ext>
            </a:extLst>
          </p:cNvPr>
          <p:cNvSpPr txBox="1"/>
          <p:nvPr/>
        </p:nvSpPr>
        <p:spPr>
          <a:xfrm>
            <a:off x="14776450" y="396875"/>
            <a:ext cx="4685030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-60" dirty="0">
                <a:solidFill>
                  <a:srgbClr val="FFFFFF"/>
                </a:solidFill>
                <a:latin typeface="Arial"/>
                <a:cs typeface="Arial"/>
              </a:rPr>
              <a:t>Nombre </a:t>
            </a:r>
            <a:r>
              <a:rPr sz="4100" spc="-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4100" spc="-3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4100" spc="-4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00" spc="-7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endParaRPr sz="4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8B5A6E99B66C54FBF1295E808E38F30" ma:contentTypeVersion="5" ma:contentTypeDescription="Crear nuevo documento." ma:contentTypeScope="" ma:versionID="086ddfc3fb04f784382792a53c8d62dc">
  <xsd:schema xmlns:xsd="http://www.w3.org/2001/XMLSchema" xmlns:xs="http://www.w3.org/2001/XMLSchema" xmlns:p="http://schemas.microsoft.com/office/2006/metadata/properties" xmlns:ns2="1ff709fa-6d6a-449e-a9ef-a200e2783c0e" targetNamespace="http://schemas.microsoft.com/office/2006/metadata/properties" ma:root="true" ma:fieldsID="f1f365a0897f561fe2a6cf5df9687f2d" ns2:_="">
    <xsd:import namespace="1ff709fa-6d6a-449e-a9ef-a200e2783c0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709fa-6d6a-449e-a9ef-a200e2783c0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e Id. de documento" ma:description="El valor del identificador de documento asignado a este elemento." ma:internalName="_dlc_DocId" ma:readOnly="true">
      <xsd:simpleType>
        <xsd:restriction base="dms:Text"/>
      </xsd:simpleType>
    </xsd:element>
    <xsd:element name="_dlc_DocIdUrl" ma:index="9" nillable="true" ma:displayName="Id. de documento" ma:description="Víncul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ff709fa-6d6a-449e-a9ef-a200e2783c0e">5CJVHRM7X7WS-166-1736</_dlc_DocId>
    <_dlc_DocIdUrl xmlns="1ff709fa-6d6a-449e-a9ef-a200e2783c0e">
      <Url>https://portalservicios.unisabana.edu.co/manualIV/_layouts/15/DocIdRedir.aspx?ID=5CJVHRM7X7WS-166-1736</Url>
      <Description>5CJVHRM7X7WS-166-1736</Description>
    </_dlc_DocIdUrl>
  </documentManagement>
</p:properties>
</file>

<file path=customXml/itemProps1.xml><?xml version="1.0" encoding="utf-8"?>
<ds:datastoreItem xmlns:ds="http://schemas.openxmlformats.org/officeDocument/2006/customXml" ds:itemID="{C5B5BEC0-2BC6-4A65-8D8C-4E04C32D1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f709fa-6d6a-449e-a9ef-a200e2783c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A1ED09-C0D6-4092-8EFF-FF961AAC16E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F992393-5941-4EAD-B06E-8C5007F7045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05DC25D-7BB9-47BC-9E64-3E76DB149B8F}">
  <ds:schemaRefs>
    <ds:schemaRef ds:uri="http://schemas.microsoft.com/office/2006/metadata/properties"/>
    <ds:schemaRef ds:uri="http://schemas.microsoft.com/office/infopath/2007/PartnerControls"/>
    <ds:schemaRef ds:uri="1ff709fa-6d6a-449e-a9ef-a200e2783c0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891</Words>
  <Application>Microsoft Office PowerPoint</Application>
  <PresentationFormat>Personalizado</PresentationFormat>
  <Paragraphs>131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Título</vt:lpstr>
      <vt:lpstr>Presentación de PowerPoint</vt:lpstr>
      <vt:lpstr>Presentación de PowerPoint</vt:lpstr>
      <vt:lpstr>Subtítulo Texto</vt:lpstr>
      <vt:lpstr>Título Gestión de datos</vt:lpstr>
      <vt:lpstr>Presentación de PowerPoint</vt:lpstr>
      <vt:lpstr>Presentación de PowerPoint</vt:lpstr>
      <vt:lpstr>Presentación de PowerPoint</vt:lpstr>
      <vt:lpstr>Presentación de PowerPoint</vt:lpstr>
      <vt:lpstr>Entrenamiento Automático de Modelos  (AutoML)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Subtítulo Texto</vt:lpstr>
      <vt:lpstr>Presentación de PowerPoint</vt:lpstr>
      <vt:lpstr>Subtítulo Texto</vt:lpstr>
      <vt:lpstr>Presentación de PowerPoint</vt:lpstr>
      <vt:lpstr>Subtítulo Texto</vt:lpstr>
      <vt:lpstr>Título Texto</vt:lpstr>
      <vt:lpstr>Subtítulo Texto</vt:lpstr>
      <vt:lpstr>Subtítulo Texto</vt:lpstr>
      <vt:lpstr>Título</vt:lpstr>
      <vt:lpstr>Subtítulo Texto</vt:lpstr>
      <vt:lpstr>Subtítulo Texto</vt:lpstr>
      <vt:lpstr>Subtítulo Texto</vt:lpstr>
      <vt:lpstr>Subtítulo Texto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GENERAL</dc:title>
  <dc:creator>Maria Claudia Copete Bolivar</dc:creator>
  <cp:lastModifiedBy>Usuario</cp:lastModifiedBy>
  <cp:revision>21</cp:revision>
  <dcterms:created xsi:type="dcterms:W3CDTF">2019-09-24T16:51:04Z</dcterms:created>
  <dcterms:modified xsi:type="dcterms:W3CDTF">2026-07-31T06:47:43Z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2019-09-24T00:00:00Z</vt:filetime>
  </property>
  <property fmtid="{D5CDD505-2E9C-101B-9397-08002B2CF9AE}" pid="3" name="Creator">
    <vt:lpwstr>Adobe Illustrator CC 23.0 (Macintosh)</vt:lpwstr>
  </property>
  <property fmtid="{D5CDD505-2E9C-101B-9397-08002B2CF9AE}" pid="4" name="LastSaved">
    <vt:filetime>2019-09-24T00:00:00Z</vt:filetime>
  </property>
  <property fmtid="{D5CDD505-2E9C-101B-9397-08002B2CF9AE}" pid="5" name="ContentTypeId">
    <vt:lpwstr>0x01010098B5A6E99B66C54FBF1295E808E38F30</vt:lpwstr>
  </property>
  <property fmtid="{D5CDD505-2E9C-101B-9397-08002B2CF9AE}" pid="6" name="_dlc_DocIdItemGuid">
    <vt:lpwstr>61b14c24-54c8-4078-871e-da22bfc8d933</vt:lpwstr>
  </property>
</Properties>
</file>